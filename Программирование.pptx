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9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10.xml"/>
  <Override ContentType="application/vnd.openxmlformats-officedocument.theme+xml" PartName="/ppt/theme/theme1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6.xml"/>
  <Override ContentType="application/vnd.openxmlformats-officedocument.theme+xml" PartName="/ppt/theme/theme7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  <p:sldMasterId id="2147483649" r:id="rId4"/>
    <p:sldMasterId id="2147483650" r:id="rId6"/>
    <p:sldMasterId id="2147483651" r:id="rId8"/>
    <p:sldMasterId id="2147483652" r:id="rId10"/>
    <p:sldMasterId id="2147483653" r:id="rId12"/>
    <p:sldMasterId id="2147483654" r:id="rId14"/>
    <p:sldMasterId id="2147483655" r:id="rId16"/>
    <p:sldMasterId id="2147483656" r:id="rId18"/>
    <p:sldMasterId id="2147483657" r:id="rId20"/>
    <p:sldMasterId id="2147483658" r:id="rId22"/>
  </p:sldMasterIdLst>
  <p:sldIdLst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</p:sldIdLst>
  <p:sldSz cx="12192000" cy="6858000"/>
  <p:notesSz cx="6858000" cy="12192000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viewProps.xml><?xml version="1.0" encoding="utf-8"?>
<p:viewP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>
  <p:slideViewPr>
    <p:cSldViewPr>
      <p:cViewPr>
        <p:scale>
          <a:sx d="1" n="1"/>
          <a:sy d="1" n="1"/>
        </p:scale>
        <p:origin x="1" y="1"/>
      </p:cViewPr>
      <p:guideLst>
        <p:guide orient="vert" pos="-1078"/>
      </p:guideLst>
    </p:cSldViewPr>
  </p:slideViewPr>
</p:viewPr>
</file>

<file path=ppt/_rels/presentation.xml.rels><?xml version="1.0" encoding="UTF-8" standalone="no" ?>
<Relationships xmlns="http://schemas.openxmlformats.org/package/2006/relationships">
  <Relationship Id="rId35" Target="slides/slide13.xml" Type="http://schemas.openxmlformats.org/officeDocument/2006/relationships/slide"/>
  <Relationship Id="rId15" Target="theme/theme8.xml" Type="http://schemas.openxmlformats.org/officeDocument/2006/relationships/theme"/>
  <Relationship Id="rId42" Target="slides/slide20.xml" Type="http://schemas.openxmlformats.org/officeDocument/2006/relationships/slide"/>
  <Relationship Id="rId36" Target="slides/slide14.xml" Type="http://schemas.openxmlformats.org/officeDocument/2006/relationships/slide"/>
  <Relationship Id="rId34" Target="slides/slide12.xml" Type="http://schemas.openxmlformats.org/officeDocument/2006/relationships/slide"/>
  <Relationship Id="rId30" Target="slides/slide8.xml" Type="http://schemas.openxmlformats.org/officeDocument/2006/relationships/slide"/>
  <Relationship Id="rId27" Target="slides/slide5.xml" Type="http://schemas.openxmlformats.org/officeDocument/2006/relationships/slide"/>
  <Relationship Id="rId3" Target="theme/theme2.xml" Type="http://schemas.openxmlformats.org/officeDocument/2006/relationships/theme"/>
  <Relationship Id="rId41" Target="slides/slide19.xml" Type="http://schemas.openxmlformats.org/officeDocument/2006/relationships/slide"/>
  <Relationship Id="rId29" Target="slides/slide7.xml" Type="http://schemas.openxmlformats.org/officeDocument/2006/relationships/slide"/>
  <Relationship Id="rId5" Target="theme/theme3.xml" Type="http://schemas.openxmlformats.org/officeDocument/2006/relationships/theme"/>
  <Relationship Id="rId12" Target="slideMasters/slideMaster6.xml" Type="http://schemas.openxmlformats.org/officeDocument/2006/relationships/slideMaster"/>
  <Relationship Id="rId43" Target="slides/slide21.xml" Type="http://schemas.openxmlformats.org/officeDocument/2006/relationships/slide"/>
  <Relationship Id="rId31" Target="slides/slide9.xml" Type="http://schemas.openxmlformats.org/officeDocument/2006/relationships/slide"/>
  <Relationship Id="rId13" Target="theme/theme7.xml" Type="http://schemas.openxmlformats.org/officeDocument/2006/relationships/theme"/>
  <Relationship Id="rId6" Target="slideMasters/slideMaster3.xml" Type="http://schemas.openxmlformats.org/officeDocument/2006/relationships/slideMaster"/>
  <Relationship Id="rId39" Target="slides/slide17.xml" Type="http://schemas.openxmlformats.org/officeDocument/2006/relationships/slide"/>
  <Relationship Id="rId4" Target="slideMasters/slideMaster2.xml" Type="http://schemas.openxmlformats.org/officeDocument/2006/relationships/slideMaster"/>
  <Relationship Id="rId44" Target="tableStyles.xml" Type="http://schemas.openxmlformats.org/officeDocument/2006/relationships/tableStyles"/>
  <Relationship Id="rId23" Target="slides/slide1.xml" Type="http://schemas.openxmlformats.org/officeDocument/2006/relationships/slide"/>
  <Relationship Id="rId21" Target="theme/theme11.xml" Type="http://schemas.openxmlformats.org/officeDocument/2006/relationships/theme"/>
  <Relationship Id="rId22" Target="slideMasters/slideMaster11.xml" Type="http://schemas.openxmlformats.org/officeDocument/2006/relationships/slideMaster"/>
  <Relationship Id="rId37" Target="slides/slide15.xml" Type="http://schemas.openxmlformats.org/officeDocument/2006/relationships/slide"/>
  <Relationship Id="rId28" Target="slides/slide6.xml" Type="http://schemas.openxmlformats.org/officeDocument/2006/relationships/slide"/>
  <Relationship Id="rId8" Target="slideMasters/slideMaster4.xml" Type="http://schemas.openxmlformats.org/officeDocument/2006/relationships/slideMaster"/>
  <Relationship Id="rId32" Target="slides/slide10.xml" Type="http://schemas.openxmlformats.org/officeDocument/2006/relationships/slide"/>
  <Relationship Id="rId9" Target="theme/theme5.xml" Type="http://schemas.openxmlformats.org/officeDocument/2006/relationships/theme"/>
  <Relationship Id="rId45" Target="viewProps.xml" Type="http://schemas.openxmlformats.org/officeDocument/2006/relationships/viewProps"/>
  <Relationship Id="rId20" Target="slideMasters/slideMaster10.xml" Type="http://schemas.openxmlformats.org/officeDocument/2006/relationships/slideMaster"/>
  <Relationship Id="rId19" Target="theme/theme10.xml" Type="http://schemas.openxmlformats.org/officeDocument/2006/relationships/theme"/>
  <Relationship Id="rId11" Target="theme/theme6.xml" Type="http://schemas.openxmlformats.org/officeDocument/2006/relationships/theme"/>
  <Relationship Id="rId40" Target="slides/slide18.xml" Type="http://schemas.openxmlformats.org/officeDocument/2006/relationships/slide"/>
  <Relationship Id="rId14" Target="slideMasters/slideMaster7.xml" Type="http://schemas.openxmlformats.org/officeDocument/2006/relationships/slideMaster"/>
  <Relationship Id="rId16" Target="slideMasters/slideMaster8.xml" Type="http://schemas.openxmlformats.org/officeDocument/2006/relationships/slideMaster"/>
  <Relationship Id="rId10" Target="slideMasters/slideMaster5.xml" Type="http://schemas.openxmlformats.org/officeDocument/2006/relationships/slideMaster"/>
  <Relationship Id="rId7" Target="theme/theme4.xml" Type="http://schemas.openxmlformats.org/officeDocument/2006/relationships/theme"/>
  <Relationship Id="rId33" Target="slides/slide11.xml" Type="http://schemas.openxmlformats.org/officeDocument/2006/relationships/slide"/>
  <Relationship Id="rId25" Target="slides/slide3.xml" Type="http://schemas.openxmlformats.org/officeDocument/2006/relationships/slide"/>
  <Relationship Id="rId17" Target="theme/theme9.xml" Type="http://schemas.openxmlformats.org/officeDocument/2006/relationships/theme"/>
  <Relationship Id="rId26" Target="slides/slide4.xml" Type="http://schemas.openxmlformats.org/officeDocument/2006/relationships/slide"/>
  <Relationship Id="rId1" Target="theme/theme1.xml" Type="http://schemas.openxmlformats.org/officeDocument/2006/relationships/theme"/>
  <Relationship Id="rId2" Target="slideMasters/slideMaster1.xml" Type="http://schemas.openxmlformats.org/officeDocument/2006/relationships/slideMaster"/>
  <Relationship Id="rId18" Target="slideMasters/slideMaster9.xml" Type="http://schemas.openxmlformats.org/officeDocument/2006/relationships/slideMaster"/>
  <Relationship Id="rId24" Target="slides/slide2.xml" Type="http://schemas.openxmlformats.org/officeDocument/2006/relationships/slide"/>
  <Relationship Id="rId38" Target="slides/slide16.xml" Type="http://schemas.openxmlformats.org/officeDocument/2006/relationships/slid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3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7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2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4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5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0.xml" Type="http://schemas.openxmlformats.org/officeDocument/2006/relationships/slideMaster"/>
</Relationships>

</file>

<file path=ppt/slideLayouts/_rels/slideLayout7.xml.rels><?xml version="1.0" encoding="UTF-8" standalone="no" ?>
<Relationships xmlns="http://schemas.openxmlformats.org/package/2006/relationships">
  <Relationship Id="rId1" Target="../slideMasters/slideMaster11.xml" Type="http://schemas.openxmlformats.org/officeDocument/2006/relationships/slideMaster"/>
</Relationships>

</file>

<file path=ppt/slideLayouts/_rels/slideLayout8.xml.rels><?xml version="1.0" encoding="UTF-8" standalone="no" ?>
<Relationships xmlns="http://schemas.openxmlformats.org/package/2006/relationships">
  <Relationship Id="rId1" Target="../slideMasters/slideMaster6.xml" Type="http://schemas.openxmlformats.org/officeDocument/2006/relationships/slideMaster"/>
</Relationships>

</file>

<file path=ppt/slideLayouts/_rels/slideLayout9.xml.rels><?xml version="1.0" encoding="UTF-8" standalone="no" ?>
<Relationships xmlns="http://schemas.openxmlformats.org/package/2006/relationships">
  <Relationship Id="rId1" Target="../slideMasters/slideMaster8.xml" Type="http://schemas.openxmlformats.org/officeDocument/2006/relationships/slideMaster"/>
</Relationships>

</file>

<file path=ppt/slideLayouts/_rels/slideLayout10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1.xml.rels><?xml version="1.0" encoding="UTF-8" standalone="no" ?>
<Relationships xmlns="http://schemas.openxmlformats.org/package/2006/relationships">
  <Relationship Id="rId1" Target="../slideMasters/slideMaster9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81" name="GroupShape 8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2" name="Shape 82"/>
          <p:cNvSpPr txBox="true"/>
          <p:nvPr isPhoto="false">
            <p:ph idx="2" type="title"/>
          </p:nvPr>
        </p:nvSpPr>
        <p:spPr>
          <a:xfrm flipH="false" flipV="false" rot="0">
            <a:off x="838080" y="365040"/>
            <a:ext cx="10515240" cy="1325159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indent="0" marL="0">
              <a:lnSpc>
                <a:spcPct val="90000"/>
              </a:lnSpc>
            </a:pPr>
            <a:endParaRPr b="false" spc="-1" strike="noStrike" sz="44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83" name="Shape 83"/>
          <p:cNvSpPr txBox="true"/>
          <p:nvPr isPhoto="false">
            <p:ph idx="2" type="subTitle"/>
          </p:nvPr>
        </p:nvSpPr>
        <p:spPr>
          <a:xfrm flipH="false" flipV="false" rot="0"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algn="ctr" indent="0" marL="0"/>
            <a:endParaRPr b="false" spc="-1" strike="noStrike" sz="32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hidden="false" id="84" name="Shape 8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85" name="Shape 8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A89A3E58-DC65-41E3-8EE4-A2800CA20DD5}" type="slidenum">
              <a:t>&lt;#&gt;</a:t>
            </a:fld>
          </a:p>
        </p:txBody>
      </p:sp>
      <p:sp>
        <p:nvSpPr>
          <p:cNvPr hidden="false" id="86" name="Shape 86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87" name="GroupShape 8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8" name="Shape 88"/>
          <p:cNvSpPr txBox="true"/>
          <p:nvPr isPhoto="false">
            <p:ph idx="5" type="title"/>
          </p:nvPr>
        </p:nvSpPr>
        <p:spPr>
          <a:xfrm flipH="false" flipV="false" rot="0">
            <a:off x="838080" y="365040"/>
            <a:ext cx="10515240" cy="1325159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indent="0" marL="0">
              <a:lnSpc>
                <a:spcPct val="90000"/>
              </a:lnSpc>
            </a:pPr>
            <a:endParaRPr b="false" spc="-1" strike="noStrike" sz="44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89" name="Shape 89"/>
          <p:cNvSpPr txBox="true"/>
          <p:nvPr isPhoto="false">
            <p:ph idx="5" type="body"/>
          </p:nvPr>
        </p:nvSpPr>
        <p:spPr>
          <a:xfrm flipH="false" flipV="false" rot="0"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lstStyle>
            <a:defPPr/>
            <a:lvl1pPr lvl="0"/>
          </a:lstStyle>
          <a:p>
            <a:pPr indent="0" marL="0">
              <a:lnSpc>
                <a:spcPct val="90000"/>
              </a:lnSpc>
              <a:spcBef>
                <a:spcPts val="1417"/>
              </a:spcBef>
            </a:pPr>
            <a:endParaRPr b="false" spc="-1" strike="noStrike"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90" name="Shape 90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91" name="Shape 91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33D8822-6E55-4552-905A-A0B2A0CB39B2}" type="slidenum">
              <a:t>&lt;#&gt;</a:t>
            </a:fld>
          </a:p>
        </p:txBody>
      </p:sp>
      <p:sp>
        <p:nvSpPr>
          <p:cNvPr hidden="false" id="92" name="Shape 92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109" name="GroupShape 10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0" name="Shape 110"/>
          <p:cNvSpPr txBox="true"/>
          <p:nvPr isPhoto="false">
            <p:ph idx="1" type="title"/>
          </p:nvPr>
        </p:nvSpPr>
        <p:spPr>
          <a:xfrm flipH="false" flipV="false" rot="0">
            <a:off x="838080" y="365040"/>
            <a:ext cx="10515240" cy="1325159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indent="0" marL="0">
              <a:lnSpc>
                <a:spcPct val="90000"/>
              </a:lnSpc>
            </a:pPr>
            <a:endParaRPr b="false" spc="-1" strike="noStrike" sz="44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111" name="Shape 11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12" name="Shape 11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CB7D22E1-784E-4026-AC03-979FDB0BC1A1}" type="slidenum">
              <a:t>&lt;#&gt;</a:t>
            </a:fld>
          </a:p>
        </p:txBody>
      </p:sp>
      <p:sp>
        <p:nvSpPr>
          <p:cNvPr hidden="false" id="113" name="Shape 11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74" name="GroupShape 7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5" name="Shape 75"/>
          <p:cNvSpPr txBox="true"/>
          <p:nvPr isPhoto="false">
            <p:ph idx="3" type="title"/>
          </p:nvPr>
        </p:nvSpPr>
        <p:spPr>
          <a:xfrm flipH="false" flipV="false" rot="0">
            <a:off x="838080" y="365040"/>
            <a:ext cx="10515240" cy="1325159"/>
          </a:xfrm>
          <a:prstGeom prst="rect">
            <a:avLst/>
          </a:prstGeom>
          <a:noFill/>
          <a:ln w="0">
            <a:noFill/>
          </a:ln>
        </p:spPr>
        <p:txBody>
          <a:bodyPr anchor="ctr" bIns="0" lIns="0" rIns="0" tIns="0">
            <a:noAutofit/>
          </a:bodyPr>
          <a:lstStyle>
            <a:defPPr/>
            <a:lvl1pPr lvl="0"/>
          </a:lstStyle>
          <a:p>
            <a:pPr indent="0" marL="0">
              <a:lnSpc>
                <a:spcPct val="90000"/>
              </a:lnSpc>
            </a:pPr>
            <a:endParaRPr b="false" spc="-1" strike="noStrike" sz="44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76" name="Shape 76"/>
          <p:cNvSpPr txBox="true"/>
          <p:nvPr isPhoto="false">
            <p:ph idx="3" type="body"/>
          </p:nvPr>
        </p:nvSpPr>
        <p:spPr>
          <a:xfrm flipH="false" flipV="false" rot="0"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lstStyle>
            <a:defPPr/>
            <a:lvl1pPr lvl="0"/>
          </a:lstStyle>
          <a:p>
            <a:pPr indent="0" marL="0">
              <a:lnSpc>
                <a:spcPct val="90000"/>
              </a:lnSpc>
              <a:spcBef>
                <a:spcPts val="1417"/>
              </a:spcBef>
            </a:pPr>
            <a:endParaRPr b="false" spc="-1" strike="noStrike"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77" name="Shape 77"/>
          <p:cNvSpPr txBox="true"/>
          <p:nvPr isPhoto="false">
            <p:ph idx="3" type="body"/>
          </p:nvPr>
        </p:nvSpPr>
        <p:spPr>
          <a:xfrm flipH="false" flipV="false" rot="0"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lstStyle>
            <a:defPPr/>
            <a:lvl1pPr lvl="0"/>
          </a:lstStyle>
          <a:p>
            <a:pPr indent="0" marL="0">
              <a:lnSpc>
                <a:spcPct val="90000"/>
              </a:lnSpc>
              <a:spcBef>
                <a:spcPts val="1417"/>
              </a:spcBef>
            </a:pPr>
            <a:endParaRPr b="false" spc="-1" strike="noStrike"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78" name="Shape 78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79" name="Shape 7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1A202CDE-0C4F-47D7-BF0D-EB792C7635BD}" type="slidenum">
              <a:t>&lt;#&gt;</a:t>
            </a:fld>
          </a:p>
        </p:txBody>
      </p:sp>
      <p:sp>
        <p:nvSpPr>
          <p:cNvPr hidden="false" id="80" name="Shape 8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97" name="GroupShape 9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8" name="Shape 98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99" name="Shape 9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74320129-1D90-464B-9673-DC848EB18F26}" type="slidenum">
              <a:t>&lt;#&gt;</a:t>
            </a:fld>
          </a:p>
        </p:txBody>
      </p:sp>
      <p:sp>
        <p:nvSpPr>
          <p:cNvPr hidden="false" id="100" name="Shape 10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01" name="GroupShape 10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2" name="Shape 102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03" name="Shape 103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D3EB0F61-50FA-4954-B1CC-13FB4D8DEBD6}" type="slidenum">
              <a:t>&lt;#&gt;</a:t>
            </a:fld>
          </a:p>
        </p:txBody>
      </p:sp>
      <p:sp>
        <p:nvSpPr>
          <p:cNvPr hidden="false" id="104" name="Shape 10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7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05" name="GroupShape 10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6" name="Shape 106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07" name="Shape 107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73436084-ADE0-43B2-8DE0-4E6911C79BC7}" type="slidenum">
              <a:t>&lt;#&gt;</a:t>
            </a:fld>
          </a:p>
        </p:txBody>
      </p:sp>
      <p:sp>
        <p:nvSpPr>
          <p:cNvPr hidden="false" id="108" name="Shape 10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8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14" name="GroupShape 11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5" name="Shape 11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16" name="Shape 11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8116473B-7BC8-4B12-BB23-EF77C9D2A435}" type="slidenum">
              <a:t>&lt;#&gt;</a:t>
            </a:fld>
          </a:p>
        </p:txBody>
      </p:sp>
      <p:sp>
        <p:nvSpPr>
          <p:cNvPr hidden="false" id="117" name="Shape 11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9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18" name="GroupShape 11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19" name="Shape 11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120" name="Shape 12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D5BC3655-1F3C-4ED9-A754-EB126597E95C}" type="slidenum">
              <a:t>&lt;#&gt;</a:t>
            </a:fld>
          </a:p>
        </p:txBody>
      </p:sp>
      <p:sp>
        <p:nvSpPr>
          <p:cNvPr hidden="false" id="121" name="Shape 12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10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x">
  <p:cSld name="Title and Vertical Text">
    <p:spTree>
      <p:nvGrpSpPr>
        <p:cNvPr hidden="false" id="93" name="GroupShape 9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4" name="Shape 9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95" name="Shape 9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2B33578B-807C-4F81-AFCB-5494AE0BCE43}" type="slidenum">
              <a:t>&lt;#&gt;</a:t>
            </a:fld>
          </a:p>
        </p:txBody>
      </p:sp>
      <p:sp>
        <p:nvSpPr>
          <p:cNvPr hidden="false" id="96" name="Shape 96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Layouts/slideLayout1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itleAndTx">
  <p:cSld name="Vertical Title and Text">
    <p:spTree>
      <p:nvGrpSpPr>
        <p:cNvPr hidden="false" id="70" name="GroupShape 7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1" name="Shape 7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Footer</a:t>
            </a:r>
          </a:p>
        </p:txBody>
      </p:sp>
      <p:sp>
        <p:nvSpPr>
          <p:cNvPr hidden="false" id="72" name="Shape 7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11902401-0783-4F78-B5B2-BA5D909A7FD4}" type="slidenum">
              <a:t>&lt;#&gt;</a:t>
            </a:fld>
          </a:p>
        </p:txBody>
      </p:sp>
      <p:sp>
        <p:nvSpPr>
          <p:cNvPr hidden="false" id="73" name="Shape 7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</p:spTree>
  </p:cSld>
</p:sldLayout>
</file>

<file path=ppt/slideMasters/_rels/slideMaster1.xml.rels><?xml version="1.0" encoding="UTF-8" standalone="no" ?>
<Relationships xmlns="http://schemas.openxmlformats.org/package/2006/relationships">
  <Relationship Id="rId1" Target="../theme/theme1.xml" Type="http://schemas.openxmlformats.org/officeDocument/2006/relationships/theme"/>
  <Relationship Id="rId2" Target="../slideLayouts/slideLayout10.xml" Type="http://schemas.openxmlformats.org/officeDocument/2006/relationships/slideLayout"/>
</Relationships>

</file>

<file path=ppt/slideMasters/_rels/slideMaster2.xml.rels><?xml version="1.0" encoding="UTF-8" standalone="no" ?>
<Relationships xmlns="http://schemas.openxmlformats.org/package/2006/relationships">
  <Relationship Id="rId1" Target="../theme/theme2.xml" Type="http://schemas.openxmlformats.org/officeDocument/2006/relationships/theme"/>
  <Relationship Id="rId2" Target="../slideLayouts/slideLayout3.xml" Type="http://schemas.openxmlformats.org/officeDocument/2006/relationships/slideLayout"/>
</Relationships>

</file>

<file path=ppt/slideMasters/_rels/slideMaster3.xml.rels><?xml version="1.0" encoding="UTF-8" standalone="no" ?>
<Relationships xmlns="http://schemas.openxmlformats.org/package/2006/relationships">
  <Relationship Id="rId1" Target="../theme/theme3.xml" Type="http://schemas.openxmlformats.org/officeDocument/2006/relationships/theme"/>
  <Relationship Id="rId2" Target="../slideLayouts/slideLayout1.xml" Type="http://schemas.openxmlformats.org/officeDocument/2006/relationships/slideLayout"/>
</Relationships>

</file>

<file path=ppt/slideMasters/_rels/slideMaster4.xml.rels><?xml version="1.0" encoding="UTF-8" standalone="no" ?>
<Relationships xmlns="http://schemas.openxmlformats.org/package/2006/relationships">
  <Relationship Id="rId1" Target="../theme/theme4.xml" Type="http://schemas.openxmlformats.org/officeDocument/2006/relationships/theme"/>
  <Relationship Id="rId2" Target="../slideLayouts/slideLayout4.xml" Type="http://schemas.openxmlformats.org/officeDocument/2006/relationships/slideLayout"/>
</Relationships>

</file>

<file path=ppt/slideMasters/_rels/slideMaster5.xml.rels><?xml version="1.0" encoding="UTF-8" standalone="no" ?>
<Relationships xmlns="http://schemas.openxmlformats.org/package/2006/relationships">
  <Relationship Id="rId1" Target="../theme/theme5.xml" Type="http://schemas.openxmlformats.org/officeDocument/2006/relationships/theme"/>
  <Relationship Id="rId2" Target="../slideLayouts/slideLayout5.xml" Type="http://schemas.openxmlformats.org/officeDocument/2006/relationships/slideLayout"/>
</Relationships>

</file>

<file path=ppt/slideMasters/_rels/slideMaster6.xml.rels><?xml version="1.0" encoding="UTF-8" standalone="no" ?>
<Relationships xmlns="http://schemas.openxmlformats.org/package/2006/relationships">
  <Relationship Id="rId1" Target="../theme/theme6.xml" Type="http://schemas.openxmlformats.org/officeDocument/2006/relationships/theme"/>
  <Relationship Id="rId2" Target="../slideLayouts/slideLayout8.xml" Type="http://schemas.openxmlformats.org/officeDocument/2006/relationships/slideLayout"/>
</Relationships>

</file>

<file path=ppt/slideMasters/_rels/slideMaster7.xml.rels><?xml version="1.0" encoding="UTF-8" standalone="no" ?>
<Relationships xmlns="http://schemas.openxmlformats.org/package/2006/relationships">
  <Relationship Id="rId1" Target="../theme/theme7.xml" Type="http://schemas.openxmlformats.org/officeDocument/2006/relationships/theme"/>
  <Relationship Id="rId2" Target="../slideLayouts/slideLayout2.xml" Type="http://schemas.openxmlformats.org/officeDocument/2006/relationships/slideLayout"/>
</Relationships>

</file>

<file path=ppt/slideMasters/_rels/slideMaster8.xml.rels><?xml version="1.0" encoding="UTF-8" standalone="no" ?>
<Relationships xmlns="http://schemas.openxmlformats.org/package/2006/relationships">
  <Relationship Id="rId1" Target="../theme/theme8.xml" Type="http://schemas.openxmlformats.org/officeDocument/2006/relationships/theme"/>
  <Relationship Id="rId2" Target="../slideLayouts/slideLayout9.xml" Type="http://schemas.openxmlformats.org/officeDocument/2006/relationships/slideLayout"/>
</Relationships>

</file>

<file path=ppt/slideMasters/_rels/slideMaster9.xml.rels><?xml version="1.0" encoding="UTF-8" standalone="no" ?>
<Relationships xmlns="http://schemas.openxmlformats.org/package/2006/relationships">
  <Relationship Id="rId1" Target="../theme/theme9.xml" Type="http://schemas.openxmlformats.org/officeDocument/2006/relationships/theme"/>
  <Relationship Id="rId2" Target="../slideLayouts/slideLayout11.xml" Type="http://schemas.openxmlformats.org/officeDocument/2006/relationships/slideLayout"/>
</Relationships>

</file>

<file path=ppt/slideMasters/_rels/slideMaster10.xml.rels><?xml version="1.0" encoding="UTF-8" standalone="no" ?>
<Relationships xmlns="http://schemas.openxmlformats.org/package/2006/relationships">
  <Relationship Id="rId1" Target="../theme/theme10.xml" Type="http://schemas.openxmlformats.org/officeDocument/2006/relationships/theme"/>
  <Relationship Id="rId2" Target="../slideLayouts/slideLayout6.xml" Type="http://schemas.openxmlformats.org/officeDocument/2006/relationships/slideLayout"/>
</Relationships>

</file>

<file path=ppt/slideMasters/_rels/slideMaster11.xml.rels><?xml version="1.0" encoding="UTF-8" standalone="no" ?>
<Relationships xmlns="http://schemas.openxmlformats.org/package/2006/relationships">
  <Relationship Id="rId1" Target="../theme/theme11.xml" Type="http://schemas.openxmlformats.org/officeDocument/2006/relationships/theme"/>
  <Relationship Id="rId2" Target="../slideLayouts/slideLayout7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rgbClr val="FFFFFF"/>
        </a:solidFill>
      </p:bgPr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838080" y="365040"/>
            <a:ext cx="10515240" cy="132515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p>
            <a:pPr indent="0" marL="0">
              <a:lnSpc>
                <a:spcPct val="90000"/>
              </a:lnSpc>
            </a:pPr>
            <a:r>
              <a:rPr b="false" spc="-1" strike="noStrike" sz="440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Образец заголовка</a:t>
            </a:r>
            <a:endParaRPr b="false" spc="-1" strike="noStrike" sz="44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3" name="Shape 3"/>
          <p:cNvSpPr txBox="true"/>
          <p:nvPr isPhoto="false">
            <p:ph idx="0" type="body"/>
          </p:nvPr>
        </p:nvSpPr>
        <p:spPr>
          <a:xfrm flipH="false" flipV="false" rot="0"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 vert="eaVert">
            <a:noAutofit/>
          </a:bodyPr>
          <a:p>
            <a:pPr indent="-228600" marL="228600">
              <a:lnSpc>
                <a:spcPct val="90000"/>
              </a:lnSpc>
              <a:spcBef>
                <a:spcPts val="1001"/>
              </a:spcBef>
            </a:pPr>
            <a:r>
              <a:rPr b="false" spc="-1" strike="noStrike" sz="2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Образец текста</a:t>
            </a:r>
            <a:endParaRPr b="false" spc="-1" strike="noStrike"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1" marL="6858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4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Второй уровень</a:t>
            </a:r>
            <a:endParaRPr b="false" spc="-1" strike="noStrike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2" marL="11430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Третий уровень</a:t>
            </a:r>
            <a:endParaRPr b="false" spc="-1" strike="noStrike"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3" marL="16002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Четвертый уровень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4" marL="20574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Пятый уровень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4" name="Shape 4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marL="0">
              <a:lnSpc>
                <a:spcPct val="100000"/>
              </a:lnSpc>
            </a:pPr>
            <a:r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&lt;дата/время&gt;</a:t>
            </a:r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5" name="Shape 5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buNone/>
              <a:def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/>
            <a:r>
              <a: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pc="-1" strike="noStrike" sz="1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6" name="Shape 6"/>
          <p:cNvSpPr txBox="true"/>
          <p:nvPr isPhoto="false">
            <p:ph idx="4" type="sldNum"/>
          </p:nvPr>
        </p:nvSpPr>
        <p:spPr>
          <a:xfrm flipH="false" flipV="false" rot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r"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 indent="0" marL="0">
              <a:lnSpc>
                <a:spcPct val="100000"/>
              </a:lnSpc>
            </a:pPr>
            <a:fld id="{0B2360C9-6212-486C-9A83-4355CB081C47}" type="slidenum"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&lt;#&gt;</a:t>
            </a:fld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59" r:id="rId2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2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rgbClr val="FFFFFF"/>
        </a:solidFill>
      </p:bgPr>
    </p:bg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1" type="title"/>
          </p:nvPr>
        </p:nvSpPr>
        <p:spPr>
          <a:xfrm flipH="false" flipV="false" rot="0">
            <a:off x="838080" y="365040"/>
            <a:ext cx="10515240" cy="132515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p>
            <a:pPr indent="0" marL="0">
              <a:lnSpc>
                <a:spcPct val="90000"/>
              </a:lnSpc>
            </a:pPr>
            <a:r>
              <a:rPr b="false" spc="-1" strike="noStrike" sz="440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Образец заголовка</a:t>
            </a:r>
            <a:endParaRPr b="false" spc="-1" strike="noStrike" sz="44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9" name="Shape 9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marL="0">
              <a:lnSpc>
                <a:spcPct val="100000"/>
              </a:lnSpc>
            </a:pPr>
            <a:r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&lt;дата/время&gt;</a:t>
            </a:r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10" name="Shape 10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buNone/>
              <a:def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/>
            <a:r>
              <a: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pc="-1" strike="noStrike" sz="1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11" name="Shape 11"/>
          <p:cNvSpPr txBox="true"/>
          <p:nvPr isPhoto="false">
            <p:ph idx="4" type="sldNum"/>
          </p:nvPr>
        </p:nvSpPr>
        <p:spPr>
          <a:xfrm flipH="false" flipV="false" rot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r"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 indent="0" marL="0">
              <a:lnSpc>
                <a:spcPct val="100000"/>
              </a:lnSpc>
            </a:pPr>
            <a:fld id="{FE7A60F7-D6CE-4381-A3DE-027D8CCDD3F7}" type="slidenum"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&lt;#&gt;</a:t>
            </a:fld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60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3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rgbClr val="FFFFFF"/>
        </a:solidFill>
      </p:bgPr>
    </p:bg>
    <p:spTree>
      <p:nvGrpSpPr>
        <p:cNvPr hidden="false" id="12" name="GroupShape 1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" name="Shape 13"/>
          <p:cNvSpPr txBox="true"/>
          <p:nvPr isPhoto="false">
            <p:ph idx="2" type="title"/>
          </p:nvPr>
        </p:nvSpPr>
        <p:spPr>
          <a:xfrm flipH="false" flipV="false" rot="0"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 bIns="45720" lIns="91440" rIns="91440" tIns="45720">
            <a:noAutofit/>
          </a:bodyPr>
          <a:p>
            <a:pPr algn="ctr" indent="0" marL="0">
              <a:lnSpc>
                <a:spcPct val="90000"/>
              </a:lnSpc>
            </a:pPr>
            <a:r>
              <a:rPr b="false" spc="-1" strike="noStrike" sz="600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Образец заголовка</a:t>
            </a:r>
            <a:endParaRPr b="false" spc="-1" strike="noStrike" sz="60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14" name="Shape 14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marL="0">
              <a:lnSpc>
                <a:spcPct val="100000"/>
              </a:lnSpc>
            </a:pPr>
            <a:r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&lt;дата/время&gt;</a:t>
            </a:r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15" name="Shape 15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buNone/>
              <a:def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/>
            <a:r>
              <a: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pc="-1" strike="noStrike" sz="1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16" name="Shape 16"/>
          <p:cNvSpPr txBox="true"/>
          <p:nvPr isPhoto="false">
            <p:ph idx="4" type="sldNum"/>
          </p:nvPr>
        </p:nvSpPr>
        <p:spPr>
          <a:xfrm flipH="false" flipV="false" rot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r"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 indent="0" marL="0">
              <a:lnSpc>
                <a:spcPct val="100000"/>
              </a:lnSpc>
            </a:pPr>
            <a:fld id="{120AAACA-93EC-4D78-9C3E-C3EF412D865E}" type="slidenum"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&lt;#&gt;</a:t>
            </a:fld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17" name="Shape 17"/>
          <p:cNvSpPr txBox="true"/>
          <p:nvPr isPhoto="false">
            <p:ph idx="2" type="body"/>
          </p:nvPr>
        </p:nvSpPr>
        <p:spPr>
          <a:xfrm flipH="false" flipV="false" rot="0"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anchor="t" bIns="0" lIns="0" rIns="0" tIns="0">
            <a:normAutofit fontScale="100%" lnSpcReduction="0%"/>
          </a:bodyPr>
          <a:p>
            <a:pPr indent="-324000" marL="432000">
              <a:lnSpc>
                <a:spcPct val="90000"/>
              </a:lnSpc>
              <a:spcBef>
                <a:spcPts val="1417"/>
              </a:spcBef>
            </a:pPr>
            <a:r>
              <a:rPr b="false" spc="-1" strike="noStrike" sz="2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Для правки структуры щёлкните мышью</a:t>
            </a:r>
            <a:endParaRPr b="false" spc="-1" strike="noStrike"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324000" lvl="1" marL="864000">
              <a:lnSpc>
                <a:spcPct val="90000"/>
              </a:lnSpc>
              <a:spcBef>
                <a:spcPts val="1134"/>
              </a:spcBef>
            </a:pPr>
            <a:r>
              <a:rPr b="false" spc="-1" strike="noStrike" sz="2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Второй уровень структуры</a:t>
            </a:r>
            <a:endParaRPr b="false" spc="-1" strike="noStrike"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88000" lvl="2" marL="1296000">
              <a:lnSpc>
                <a:spcPct val="90000"/>
              </a:lnSpc>
              <a:spcBef>
                <a:spcPts val="850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Третий уровень структуры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16000" lvl="3" marL="1728000">
              <a:lnSpc>
                <a:spcPct val="90000"/>
              </a:lnSpc>
              <a:spcBef>
                <a:spcPts val="567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Четвёртый уровень структуры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16000" lvl="4" marL="2160000">
              <a:lnSpc>
                <a:spcPct val="90000"/>
              </a:lnSpc>
              <a:spcBef>
                <a:spcPts val="283"/>
              </a:spcBef>
            </a:pPr>
            <a:r>
              <a:rPr b="false" spc="-1" strike="noStrike" sz="2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Пятый уровень структуры</a:t>
            </a:r>
            <a:endParaRPr b="false" spc="-1" strike="noStrike"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16000" lvl="5" marL="2592000">
              <a:lnSpc>
                <a:spcPct val="90000"/>
              </a:lnSpc>
              <a:spcBef>
                <a:spcPts val="283"/>
              </a:spcBef>
            </a:pPr>
            <a:r>
              <a:rPr b="false" spc="-1" strike="noStrike" sz="2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Шестой уровень структуры</a:t>
            </a:r>
            <a:endParaRPr b="false" spc="-1" strike="noStrike"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16000" lvl="6" marL="3024000">
              <a:lnSpc>
                <a:spcPct val="90000"/>
              </a:lnSpc>
              <a:spcBef>
                <a:spcPts val="283"/>
              </a:spcBef>
            </a:pPr>
            <a:r>
              <a:rPr b="false" spc="-1" strike="noStrike" sz="2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Седьмой уровень структуры</a:t>
            </a:r>
            <a:endParaRPr b="false" spc="-1" strike="noStrike"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61" r:id="rId2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4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rgbClr val="FFFFFF"/>
        </a:solidFill>
      </p:bgPr>
    </p:bg>
    <p:spTree>
      <p:nvGrpSpPr>
        <p:cNvPr hidden="false" id="18" name="GroupShape 1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9" name="Shape 19"/>
          <p:cNvSpPr txBox="true"/>
          <p:nvPr isPhoto="false">
            <p:ph idx="3" type="title"/>
          </p:nvPr>
        </p:nvSpPr>
        <p:spPr>
          <a:xfrm flipH="false" flipV="false" rot="0">
            <a:off x="838080" y="365040"/>
            <a:ext cx="10515240" cy="132515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p>
            <a:pPr indent="0" marL="0">
              <a:lnSpc>
                <a:spcPct val="90000"/>
              </a:lnSpc>
            </a:pPr>
            <a:r>
              <a:rPr b="false" spc="-1" strike="noStrike" sz="440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Образец заголовка</a:t>
            </a:r>
            <a:endParaRPr b="false" spc="-1" strike="noStrike" sz="44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20" name="Shape 20"/>
          <p:cNvSpPr txBox="true"/>
          <p:nvPr isPhoto="false">
            <p:ph idx="3" type="body"/>
          </p:nvPr>
        </p:nvSpPr>
        <p:spPr>
          <a:xfrm flipH="false" flipV="false" rot="0"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Autofit/>
          </a:bodyPr>
          <a:p>
            <a:pPr indent="-228600" marL="228600">
              <a:lnSpc>
                <a:spcPct val="90000"/>
              </a:lnSpc>
              <a:spcBef>
                <a:spcPts val="1001"/>
              </a:spcBef>
            </a:pPr>
            <a:r>
              <a:rPr b="false" spc="-1" strike="noStrike" sz="2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Образец текста</a:t>
            </a:r>
            <a:endParaRPr b="false" spc="-1" strike="noStrike"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1" marL="6858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4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Второй уровень</a:t>
            </a:r>
            <a:endParaRPr b="false" spc="-1" strike="noStrike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2" marL="11430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Третий уровень</a:t>
            </a:r>
            <a:endParaRPr b="false" spc="-1" strike="noStrike"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3" marL="16002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Четвертый уровень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4" marL="20574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Пятый уровень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21" name="Shape 21"/>
          <p:cNvSpPr txBox="true"/>
          <p:nvPr isPhoto="false">
            <p:ph idx="3" type="body"/>
          </p:nvPr>
        </p:nvSpPr>
        <p:spPr>
          <a:xfrm flipH="false" flipV="false" rot="0"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Autofit/>
          </a:bodyPr>
          <a:p>
            <a:pPr indent="-228600" marL="228600">
              <a:lnSpc>
                <a:spcPct val="90000"/>
              </a:lnSpc>
              <a:spcBef>
                <a:spcPts val="1001"/>
              </a:spcBef>
            </a:pPr>
            <a:r>
              <a:rPr b="false" spc="-1" strike="noStrike" sz="2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Образец текста</a:t>
            </a:r>
            <a:endParaRPr b="false" spc="-1" strike="noStrike"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1" marL="6858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4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Второй уровень</a:t>
            </a:r>
            <a:endParaRPr b="false" spc="-1" strike="noStrike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2" marL="11430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Третий уровень</a:t>
            </a:r>
            <a:endParaRPr b="false" spc="-1" strike="noStrike"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3" marL="16002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Четвертый уровень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4" marL="20574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Пятый уровень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22" name="Shape 22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marL="0">
              <a:lnSpc>
                <a:spcPct val="100000"/>
              </a:lnSpc>
            </a:pPr>
            <a:r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&lt;дата/время&gt;</a:t>
            </a:r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23" name="Shape 23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buNone/>
              <a:def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/>
            <a:r>
              <a: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pc="-1" strike="noStrike" sz="1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24" name="Shape 24"/>
          <p:cNvSpPr txBox="true"/>
          <p:nvPr isPhoto="false">
            <p:ph idx="4" type="sldNum"/>
          </p:nvPr>
        </p:nvSpPr>
        <p:spPr>
          <a:xfrm flipH="false" flipV="false" rot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r"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 indent="0" marL="0">
              <a:lnSpc>
                <a:spcPct val="100000"/>
              </a:lnSpc>
            </a:pPr>
            <a:fld id="{4A5C4503-2014-4DBF-A5F7-15938084CF6A}" type="slidenum"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&lt;#&gt;</a:t>
            </a:fld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62" r:id="rId2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5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rgbClr val="FFFFFF"/>
        </a:solidFill>
      </p:bgPr>
    </p:bg>
    <p:spTree>
      <p:nvGrpSpPr>
        <p:cNvPr hidden="false" id="25" name="GroupShape 2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6" name="Shape 26"/>
          <p:cNvSpPr txBox="true"/>
          <p:nvPr isPhoto="false">
            <p:ph idx="4" type="title"/>
          </p:nvPr>
        </p:nvSpPr>
        <p:spPr>
          <a:xfrm flipH="false" flipV="false" rot="0"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anchor="b" bIns="45720" lIns="91440" rIns="91440" tIns="45720">
            <a:noAutofit/>
          </a:bodyPr>
          <a:p>
            <a:pPr indent="0" marL="0">
              <a:lnSpc>
                <a:spcPct val="90000"/>
              </a:lnSpc>
            </a:pPr>
            <a:r>
              <a:rPr b="false" spc="-1" strike="noStrike" sz="320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Образец заголовка</a:t>
            </a:r>
            <a:endParaRPr b="false" spc="-1" strike="noStrike" sz="32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27" name="Shape 27"/>
          <p:cNvSpPr txBox="true"/>
          <p:nvPr isPhoto="false">
            <p:ph idx="4" type="body"/>
          </p:nvPr>
        </p:nvSpPr>
        <p:spPr>
          <a:xfrm flipH="false" flipV="false" rot="0"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Autofit/>
          </a:bodyPr>
          <a:p>
            <a:pPr indent="-324000" marL="432000">
              <a:lnSpc>
                <a:spcPct val="90000"/>
              </a:lnSpc>
              <a:spcBef>
                <a:spcPts val="1417"/>
              </a:spcBef>
            </a:pPr>
            <a:r>
              <a:rPr b="false" spc="-1" strike="noStrike" sz="3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Для правки структуры щёлкните мышью</a:t>
            </a:r>
            <a:endParaRPr b="false" spc="-1" strike="noStrike" sz="3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324000" lvl="1" marL="864000">
              <a:lnSpc>
                <a:spcPct val="90000"/>
              </a:lnSpc>
              <a:spcBef>
                <a:spcPts val="1134"/>
              </a:spcBef>
            </a:pPr>
            <a:r>
              <a:rPr b="false" spc="-1" strike="noStrike" sz="3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Второй уровень структуры</a:t>
            </a:r>
            <a:endParaRPr b="false" spc="-1" strike="noStrike" sz="3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88000" lvl="2" marL="1296000">
              <a:lnSpc>
                <a:spcPct val="90000"/>
              </a:lnSpc>
              <a:spcBef>
                <a:spcPts val="850"/>
              </a:spcBef>
            </a:pPr>
            <a:r>
              <a:rPr b="false" spc="-1" strike="noStrike" sz="3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Третий уровень структуры</a:t>
            </a:r>
            <a:endParaRPr b="false" spc="-1" strike="noStrike" sz="3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16000" lvl="3" marL="1728000">
              <a:lnSpc>
                <a:spcPct val="90000"/>
              </a:lnSpc>
              <a:spcBef>
                <a:spcPts val="567"/>
              </a:spcBef>
            </a:pPr>
            <a:r>
              <a:rPr b="false" spc="-1" strike="noStrike" sz="3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Четвёртый уровень структуры</a:t>
            </a:r>
            <a:endParaRPr b="false" spc="-1" strike="noStrike" sz="3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16000" lvl="4" marL="2160000">
              <a:lnSpc>
                <a:spcPct val="90000"/>
              </a:lnSpc>
              <a:spcBef>
                <a:spcPts val="283"/>
              </a:spcBef>
            </a:pPr>
            <a:r>
              <a:rPr b="false" spc="-1" strike="noStrike" sz="3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Пятый уровень структуры</a:t>
            </a:r>
            <a:endParaRPr b="false" spc="-1" strike="noStrike" sz="3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16000" lvl="5" marL="2592000">
              <a:lnSpc>
                <a:spcPct val="90000"/>
              </a:lnSpc>
              <a:spcBef>
                <a:spcPts val="283"/>
              </a:spcBef>
            </a:pPr>
            <a:r>
              <a:rPr b="false" spc="-1" strike="noStrike" sz="3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Шестой уровень структуры</a:t>
            </a:r>
            <a:endParaRPr b="false" spc="-1" strike="noStrike" sz="3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16000" lvl="6" marL="3024000">
              <a:lnSpc>
                <a:spcPct val="90000"/>
              </a:lnSpc>
              <a:spcBef>
                <a:spcPts val="283"/>
              </a:spcBef>
            </a:pPr>
            <a:r>
              <a:rPr b="false" spc="-1" strike="noStrike" sz="3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Седьмой уровень структуры</a:t>
            </a:r>
            <a:endParaRPr b="false" spc="-1" strike="noStrike" sz="3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28" name="Shape 28"/>
          <p:cNvSpPr txBox="true"/>
          <p:nvPr isPhoto="false">
            <p:ph idx="4" type="body"/>
          </p:nvPr>
        </p:nvSpPr>
        <p:spPr>
          <a:xfrm flipH="false" flipV="false" rot="0"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Autofit/>
          </a:bodyPr>
          <a:p>
            <a:pPr indent="0" marL="0">
              <a:lnSpc>
                <a:spcPct val="90000"/>
              </a:lnSpc>
              <a:spcBef>
                <a:spcPts val="1001"/>
              </a:spcBef>
            </a:pPr>
            <a:r>
              <a:rPr b="false" spc="-1" strike="noStrike" sz="1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Образец текста</a:t>
            </a:r>
            <a:endParaRPr b="false" spc="-1" strike="noStrike" sz="16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29" name="Shape 29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marL="0">
              <a:lnSpc>
                <a:spcPct val="100000"/>
              </a:lnSpc>
            </a:pPr>
            <a:r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&lt;дата/время&gt;</a:t>
            </a:r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30" name="Shape 30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buNone/>
              <a:def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/>
            <a:r>
              <a: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pc="-1" strike="noStrike" sz="1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31" name="Shape 31"/>
          <p:cNvSpPr txBox="true"/>
          <p:nvPr isPhoto="false">
            <p:ph idx="4" type="sldNum"/>
          </p:nvPr>
        </p:nvSpPr>
        <p:spPr>
          <a:xfrm flipH="false" flipV="false" rot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r"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 indent="0" marL="0">
              <a:lnSpc>
                <a:spcPct val="100000"/>
              </a:lnSpc>
            </a:pPr>
            <a:fld id="{8B85C2D1-726B-4161-A875-5C7B45273BAF}" type="slidenum"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&lt;#&gt;</a:t>
            </a:fld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63" r:id="rId2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6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rgbClr val="FFFFFF"/>
        </a:solidFill>
      </p:bgPr>
    </p:bg>
    <p:spTree>
      <p:nvGrpSpPr>
        <p:cNvPr hidden="false" id="32" name="GroupShape 3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3" name="Shape 33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marL="0">
              <a:lnSpc>
                <a:spcPct val="100000"/>
              </a:lnSpc>
            </a:pPr>
            <a:r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&lt;дата/время&gt;</a:t>
            </a:r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34" name="Shape 34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buNone/>
              <a:def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/>
            <a:r>
              <a: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pc="-1" strike="noStrike" sz="1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35" name="Shape 35"/>
          <p:cNvSpPr txBox="true"/>
          <p:nvPr isPhoto="false">
            <p:ph idx="4" type="sldNum"/>
          </p:nvPr>
        </p:nvSpPr>
        <p:spPr>
          <a:xfrm flipH="false" flipV="false" rot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r"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 indent="0" marL="0">
              <a:lnSpc>
                <a:spcPct val="100000"/>
              </a:lnSpc>
            </a:pPr>
            <a:fld id="{DF0FF6FC-6D8C-4AF9-8631-69770B5FF17C}" type="slidenum"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&lt;#&gt;</a:t>
            </a:fld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64" r:id="rId2"/>
  </p:sldLayoutIdLst>
  <p:txStyles>
    <p:titleStyle>
      <a:defPPr/>
      <a:lvl1pPr lvl="0"/>
    </p:titleStyle>
    <p:bodyStyle>
      <a:defPPr/>
      <a:lvl1pPr lvl="0"/>
      <a:lvl2pPr lvl="1"/>
      <a:lvl3pPr lvl="2"/>
      <a:lvl4pPr lvl="3"/>
      <a:lvl5pPr lvl="4"/>
      <a:lvl6pPr lvl="5"/>
      <a:lvl7pPr lvl="6"/>
      <a:lvl8pPr lvl="7"/>
      <a:lvl9pPr lvl="8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7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rgbClr val="FFFFFF"/>
        </a:solidFill>
      </p:bgPr>
    </p:bg>
    <p:spTree>
      <p:nvGrpSpPr>
        <p:cNvPr hidden="false" id="36" name="GroupShape 3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7" name="Shape 37"/>
          <p:cNvSpPr txBox="true"/>
          <p:nvPr isPhoto="false">
            <p:ph idx="5" type="title"/>
          </p:nvPr>
        </p:nvSpPr>
        <p:spPr>
          <a:xfrm flipH="false" flipV="false" rot="0">
            <a:off x="838080" y="365040"/>
            <a:ext cx="10515240" cy="132515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p>
            <a:pPr indent="0" marL="0">
              <a:lnSpc>
                <a:spcPct val="90000"/>
              </a:lnSpc>
            </a:pPr>
            <a:r>
              <a:rPr b="false" spc="-1" strike="noStrike" sz="440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Образец заголовка</a:t>
            </a:r>
            <a:endParaRPr b="false" spc="-1" strike="noStrike" sz="44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38" name="Shape 38"/>
          <p:cNvSpPr txBox="true"/>
          <p:nvPr isPhoto="false">
            <p:ph idx="5" type="body"/>
          </p:nvPr>
        </p:nvSpPr>
        <p:spPr>
          <a:xfrm flipH="false" flipV="false" rot="0"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Autofit/>
          </a:bodyPr>
          <a:p>
            <a:pPr indent="-228600" marL="228600">
              <a:lnSpc>
                <a:spcPct val="90000"/>
              </a:lnSpc>
              <a:spcBef>
                <a:spcPts val="1001"/>
              </a:spcBef>
            </a:pPr>
            <a:r>
              <a:rPr b="false" spc="-1" strike="noStrike" sz="2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Образец текста</a:t>
            </a:r>
            <a:endParaRPr b="false" spc="-1" strike="noStrike"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1" marL="6858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4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Второй уровень</a:t>
            </a:r>
            <a:endParaRPr b="false" spc="-1" strike="noStrike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2" marL="11430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Третий уровень</a:t>
            </a:r>
            <a:endParaRPr b="false" spc="-1" strike="noStrike"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3" marL="16002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Четвертый уровень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4" marL="20574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Пятый уровень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39" name="Shape 39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marL="0">
              <a:lnSpc>
                <a:spcPct val="100000"/>
              </a:lnSpc>
            </a:pPr>
            <a:r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&lt;дата/время&gt;</a:t>
            </a:r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40" name="Shape 40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buNone/>
              <a:def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/>
            <a:r>
              <a: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pc="-1" strike="noStrike" sz="1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41" name="Shape 41"/>
          <p:cNvSpPr txBox="true"/>
          <p:nvPr isPhoto="false">
            <p:ph idx="4" type="sldNum"/>
          </p:nvPr>
        </p:nvSpPr>
        <p:spPr>
          <a:xfrm flipH="false" flipV="false" rot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r"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 indent="0" marL="0">
              <a:lnSpc>
                <a:spcPct val="100000"/>
              </a:lnSpc>
            </a:pPr>
            <a:fld id="{FC50674B-B60A-4CB9-9B6F-D91FE908C5B5}" type="slidenum"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&lt;#&gt;</a:t>
            </a:fld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65" r:id="rId2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8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rgbClr val="FFFFFF"/>
        </a:solidFill>
      </p:bgPr>
    </p:bg>
    <p:spTree>
      <p:nvGrpSpPr>
        <p:cNvPr hidden="false" id="42" name="GroupShape 4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3" name="Shape 43"/>
          <p:cNvSpPr txBox="true"/>
          <p:nvPr isPhoto="false">
            <p:ph idx="6" type="title"/>
          </p:nvPr>
        </p:nvSpPr>
        <p:spPr>
          <a:xfrm flipH="false" flipV="false" rot="0"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anchor="b" bIns="45720" lIns="91440" rIns="91440" tIns="45720">
            <a:noAutofit/>
          </a:bodyPr>
          <a:p>
            <a:pPr indent="0" marL="0">
              <a:lnSpc>
                <a:spcPct val="90000"/>
              </a:lnSpc>
            </a:pPr>
            <a:r>
              <a:rPr b="false" spc="-1" strike="noStrike" sz="600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Образец заголовка</a:t>
            </a:r>
            <a:endParaRPr b="false" spc="-1" strike="noStrike" sz="60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44" name="Shape 44"/>
          <p:cNvSpPr txBox="true"/>
          <p:nvPr isPhoto="false">
            <p:ph idx="6" type="body"/>
          </p:nvPr>
        </p:nvSpPr>
        <p:spPr>
          <a:xfrm flipH="false" flipV="false" rot="0"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Autofit/>
          </a:bodyPr>
          <a:p>
            <a:pPr indent="0" marL="0">
              <a:lnSpc>
                <a:spcPct val="90000"/>
              </a:lnSpc>
              <a:spcBef>
                <a:spcPts val="1001"/>
              </a:spcBef>
            </a:pPr>
            <a:r>
              <a:rPr b="false" spc="-1" strike="noStrike" sz="24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Образец текста</a:t>
            </a:r>
            <a:endParaRPr b="false" spc="-1" strike="noStrike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45" name="Shape 45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marL="0">
              <a:lnSpc>
                <a:spcPct val="100000"/>
              </a:lnSpc>
            </a:pPr>
            <a:r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&lt;дата/время&gt;</a:t>
            </a:r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46" name="Shape 46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buNone/>
              <a:def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/>
            <a:r>
              <a: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pc="-1" strike="noStrike" sz="1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47" name="Shape 47"/>
          <p:cNvSpPr txBox="true"/>
          <p:nvPr isPhoto="false">
            <p:ph idx="4" type="sldNum"/>
          </p:nvPr>
        </p:nvSpPr>
        <p:spPr>
          <a:xfrm flipH="false" flipV="false" rot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r"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 indent="0" marL="0">
              <a:lnSpc>
                <a:spcPct val="100000"/>
              </a:lnSpc>
            </a:pPr>
            <a:fld id="{CE4551F6-EC90-45B4-A0B7-A1920D812520}" type="slidenum"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&lt;#&gt;</a:t>
            </a:fld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66" r:id="rId2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9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rgbClr val="FFFFFF"/>
        </a:solidFill>
      </p:bgPr>
    </p:bg>
    <p:spTree>
      <p:nvGrpSpPr>
        <p:cNvPr hidden="false" id="48" name="GroupShape 4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9" name="Shape 49"/>
          <p:cNvSpPr txBox="true"/>
          <p:nvPr isPhoto="false">
            <p:ph idx="7" type="title"/>
          </p:nvPr>
        </p:nvSpPr>
        <p:spPr>
          <a:xfrm flipH="false" flipV="false" rot="0"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 vert="eaVert">
            <a:noAutofit/>
          </a:bodyPr>
          <a:p>
            <a:pPr indent="0" marL="0">
              <a:lnSpc>
                <a:spcPct val="90000"/>
              </a:lnSpc>
            </a:pPr>
            <a:r>
              <a:rPr b="false" spc="-1" strike="noStrike" sz="440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Образец заголовка</a:t>
            </a:r>
            <a:endParaRPr b="false" spc="-1" strike="noStrike" sz="44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50" name="Shape 50"/>
          <p:cNvSpPr txBox="true"/>
          <p:nvPr isPhoto="false">
            <p:ph idx="7" type="body"/>
          </p:nvPr>
        </p:nvSpPr>
        <p:spPr>
          <a:xfrm flipH="false" flipV="false" rot="0"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 vert="eaVert">
            <a:noAutofit/>
          </a:bodyPr>
          <a:p>
            <a:pPr indent="-228600" marL="228600">
              <a:lnSpc>
                <a:spcPct val="90000"/>
              </a:lnSpc>
              <a:spcBef>
                <a:spcPts val="1001"/>
              </a:spcBef>
            </a:pPr>
            <a:r>
              <a:rPr b="false" spc="-1" strike="noStrike" sz="2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Образец текста</a:t>
            </a:r>
            <a:endParaRPr b="false" spc="-1" strike="noStrike"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1" marL="6858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4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Второй уровень</a:t>
            </a:r>
            <a:endParaRPr b="false" spc="-1" strike="noStrike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2" marL="11430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Третий уровень</a:t>
            </a:r>
            <a:endParaRPr b="false" spc="-1" strike="noStrike"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3" marL="16002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Четвертый уровень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4" marL="20574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Пятый уровень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51" name="Shape 51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marL="0">
              <a:lnSpc>
                <a:spcPct val="100000"/>
              </a:lnSpc>
            </a:pPr>
            <a:r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&lt;дата/время&gt;</a:t>
            </a:r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52" name="Shape 52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buNone/>
              <a:def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/>
            <a:r>
              <a: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pc="-1" strike="noStrike" sz="1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53" name="Shape 53"/>
          <p:cNvSpPr txBox="true"/>
          <p:nvPr isPhoto="false">
            <p:ph idx="4" type="sldNum"/>
          </p:nvPr>
        </p:nvSpPr>
        <p:spPr>
          <a:xfrm flipH="false" flipV="false" rot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r"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 indent="0" marL="0">
              <a:lnSpc>
                <a:spcPct val="100000"/>
              </a:lnSpc>
            </a:pPr>
            <a:fld id="{5297C03C-7062-4A39-B82A-F7E0DEB3B727}" type="slidenum"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&lt;#&gt;</a:t>
            </a:fld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67" r:id="rId2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0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rgbClr val="FFFFFF"/>
        </a:solidFill>
      </p:bgPr>
    </p:bg>
    <p:spTree>
      <p:nvGrpSpPr>
        <p:cNvPr hidden="false" id="54" name="GroupShape 5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5" name="Shape 55"/>
          <p:cNvSpPr txBox="true"/>
          <p:nvPr isPhoto="false">
            <p:ph idx="8" type="title"/>
          </p:nvPr>
        </p:nvSpPr>
        <p:spPr>
          <a:xfrm flipH="false" flipV="false" rot="0">
            <a:off x="839880" y="365040"/>
            <a:ext cx="10515240" cy="132515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p>
            <a:pPr indent="0" marL="0">
              <a:lnSpc>
                <a:spcPct val="90000"/>
              </a:lnSpc>
            </a:pPr>
            <a:r>
              <a:rPr b="false" spc="-1" strike="noStrike" sz="440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Образец заголовка</a:t>
            </a:r>
            <a:endParaRPr b="false" spc="-1" strike="noStrike" sz="44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56" name="Shape 56"/>
          <p:cNvSpPr txBox="true"/>
          <p:nvPr isPhoto="false">
            <p:ph idx="8" type="body"/>
          </p:nvPr>
        </p:nvSpPr>
        <p:spPr>
          <a:xfrm flipH="false" flipV="false" rot="0">
            <a:off x="839880" y="1681200"/>
            <a:ext cx="5157360" cy="823679"/>
          </a:xfrm>
          <a:prstGeom prst="rect">
            <a:avLst/>
          </a:prstGeom>
          <a:noFill/>
          <a:ln w="0">
            <a:noFill/>
          </a:ln>
        </p:spPr>
        <p:txBody>
          <a:bodyPr anchor="b" bIns="45720" lIns="91440" rIns="91440" tIns="45720">
            <a:noAutofit/>
          </a:bodyPr>
          <a:p>
            <a:pPr indent="0" marL="0">
              <a:lnSpc>
                <a:spcPct val="90000"/>
              </a:lnSpc>
              <a:spcBef>
                <a:spcPts val="1001"/>
              </a:spcBef>
            </a:pPr>
            <a:r>
              <a:rPr b="true" spc="-1" strike="noStrike" sz="24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Образец текста</a:t>
            </a:r>
            <a:endParaRPr b="false" spc="-1" strike="noStrike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57" name="Shape 57"/>
          <p:cNvSpPr txBox="true"/>
          <p:nvPr isPhoto="false">
            <p:ph idx="8" type="body"/>
          </p:nvPr>
        </p:nvSpPr>
        <p:spPr>
          <a:xfrm flipH="false" flipV="false" rot="0">
            <a:off x="839880" y="2505240"/>
            <a:ext cx="5157360" cy="3684239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Autofit/>
          </a:bodyPr>
          <a:p>
            <a:pPr indent="-228600" marL="228600">
              <a:lnSpc>
                <a:spcPct val="90000"/>
              </a:lnSpc>
              <a:spcBef>
                <a:spcPts val="1001"/>
              </a:spcBef>
            </a:pPr>
            <a:r>
              <a:rPr b="false" spc="-1" strike="noStrike" sz="2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Образец текста</a:t>
            </a:r>
            <a:endParaRPr b="false" spc="-1" strike="noStrike"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1" marL="6858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4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Второй уровень</a:t>
            </a:r>
            <a:endParaRPr b="false" spc="-1" strike="noStrike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2" marL="11430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Третий уровень</a:t>
            </a:r>
            <a:endParaRPr b="false" spc="-1" strike="noStrike"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3" marL="16002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Четвертый уровень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4" marL="20574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Пятый уровень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58" name="Shape 58"/>
          <p:cNvSpPr txBox="true"/>
          <p:nvPr isPhoto="false">
            <p:ph idx="8" type="body"/>
          </p:nvPr>
        </p:nvSpPr>
        <p:spPr>
          <a:xfrm flipH="false" flipV="false" rot="0">
            <a:off x="6172200" y="1681200"/>
            <a:ext cx="5182920" cy="823679"/>
          </a:xfrm>
          <a:prstGeom prst="rect">
            <a:avLst/>
          </a:prstGeom>
          <a:noFill/>
          <a:ln w="0">
            <a:noFill/>
          </a:ln>
        </p:spPr>
        <p:txBody>
          <a:bodyPr anchor="b" bIns="45720" lIns="91440" rIns="91440" tIns="45720">
            <a:noAutofit/>
          </a:bodyPr>
          <a:p>
            <a:pPr indent="0" marL="0">
              <a:lnSpc>
                <a:spcPct val="90000"/>
              </a:lnSpc>
              <a:spcBef>
                <a:spcPts val="1001"/>
              </a:spcBef>
            </a:pPr>
            <a:r>
              <a:rPr b="true" spc="-1" strike="noStrike" sz="24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Образец текста</a:t>
            </a:r>
            <a:endParaRPr b="false" spc="-1" strike="noStrike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59" name="Shape 59"/>
          <p:cNvSpPr txBox="true"/>
          <p:nvPr isPhoto="false">
            <p:ph idx="8" type="body"/>
          </p:nvPr>
        </p:nvSpPr>
        <p:spPr>
          <a:xfrm flipH="false" flipV="false" rot="0">
            <a:off x="6172200" y="2505240"/>
            <a:ext cx="5182920" cy="3684239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Autofit/>
          </a:bodyPr>
          <a:p>
            <a:pPr indent="-228600" marL="228600">
              <a:lnSpc>
                <a:spcPct val="90000"/>
              </a:lnSpc>
              <a:spcBef>
                <a:spcPts val="1001"/>
              </a:spcBef>
            </a:pPr>
            <a:r>
              <a:rPr b="false" spc="-1" strike="noStrike" sz="2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Образец текста</a:t>
            </a:r>
            <a:endParaRPr b="false" spc="-1" strike="noStrike"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1" marL="6858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4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Второй уровень</a:t>
            </a:r>
            <a:endParaRPr b="false" spc="-1" strike="noStrike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2" marL="11430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Третий уровень</a:t>
            </a:r>
            <a:endParaRPr b="false" spc="-1" strike="noStrike"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3" marL="16002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Четвертый уровень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4" marL="20574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Пятый уровень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60" name="Shape 60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marL="0">
              <a:lnSpc>
                <a:spcPct val="100000"/>
              </a:lnSpc>
            </a:pPr>
            <a:r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&lt;дата/время&gt;</a:t>
            </a:r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61" name="Shape 61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buNone/>
              <a:def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/>
            <a:r>
              <a: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pc="-1" strike="noStrike" sz="1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62" name="Shape 62"/>
          <p:cNvSpPr txBox="true"/>
          <p:nvPr isPhoto="false">
            <p:ph idx="4" type="sldNum"/>
          </p:nvPr>
        </p:nvSpPr>
        <p:spPr>
          <a:xfrm flipH="false" flipV="false" rot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r"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 indent="0" marL="0">
              <a:lnSpc>
                <a:spcPct val="100000"/>
              </a:lnSpc>
            </a:pPr>
            <a:fld id="{3D40902F-977E-4B5F-8EB2-9B49D17ACD04}" type="slidenum"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&lt;#&gt;</a:t>
            </a:fld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68" r:id="rId2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Masters/slideMaster1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rgbClr val="FFFFFF"/>
        </a:solidFill>
      </p:bgPr>
    </p:bg>
    <p:spTree>
      <p:nvGrpSpPr>
        <p:cNvPr hidden="false" id="63" name="GroupShape 6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4" name="Shape 64"/>
          <p:cNvSpPr txBox="true"/>
          <p:nvPr isPhoto="false">
            <p:ph idx="9" type="title"/>
          </p:nvPr>
        </p:nvSpPr>
        <p:spPr>
          <a:xfrm flipH="false" flipV="false" rot="0"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anchor="b" bIns="45720" lIns="91440" rIns="91440" tIns="45720">
            <a:noAutofit/>
          </a:bodyPr>
          <a:p>
            <a:pPr indent="0" marL="0">
              <a:lnSpc>
                <a:spcPct val="90000"/>
              </a:lnSpc>
            </a:pPr>
            <a:r>
              <a:rPr b="false" spc="-1" strike="noStrike" sz="320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Образец заголовка</a:t>
            </a:r>
            <a:endParaRPr b="false" spc="-1" strike="noStrike" sz="32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65" name="Shape 65"/>
          <p:cNvSpPr txBox="true"/>
          <p:nvPr isPhoto="false">
            <p:ph idx="9" type="body"/>
          </p:nvPr>
        </p:nvSpPr>
        <p:spPr>
          <a:xfrm flipH="false" flipV="false" rot="0"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Autofit/>
          </a:bodyPr>
          <a:p>
            <a:pPr indent="-228600" marL="228600">
              <a:lnSpc>
                <a:spcPct val="90000"/>
              </a:lnSpc>
              <a:spcBef>
                <a:spcPts val="1001"/>
              </a:spcBef>
            </a:pPr>
            <a:r>
              <a:rPr b="false" spc="-1" strike="noStrike" sz="3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Образец текста</a:t>
            </a:r>
            <a:endParaRPr b="false" spc="-1" strike="noStrike" sz="32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1" marL="6858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Второй уровень</a:t>
            </a:r>
            <a:endParaRPr b="false" spc="-1" strike="noStrike" sz="2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2" marL="11430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4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Третий уровень</a:t>
            </a:r>
            <a:endParaRPr b="false" spc="-1" strike="noStrike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3" marL="16002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Четвертый уровень</a:t>
            </a:r>
            <a:endParaRPr b="false" spc="-1" strike="noStrike"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indent="-228600" lvl="4" marL="2057400">
              <a:lnSpc>
                <a:spcPct val="90000"/>
              </a:lnSpc>
              <a:spcBef>
                <a:spcPts val="498"/>
              </a:spcBef>
            </a:pPr>
            <a:r>
              <a:rPr b="false" spc="-1" strike="noStrike" sz="20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Пятый уровень</a:t>
            </a:r>
            <a:endParaRPr b="false" spc="-1" strike="noStrike"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66" name="Shape 66"/>
          <p:cNvSpPr txBox="true"/>
          <p:nvPr isPhoto="false">
            <p:ph idx="9" type="body"/>
          </p:nvPr>
        </p:nvSpPr>
        <p:spPr>
          <a:xfrm flipH="false" flipV="false" rot="0"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Autofit/>
          </a:bodyPr>
          <a:p>
            <a:pPr indent="0" marL="0">
              <a:lnSpc>
                <a:spcPct val="90000"/>
              </a:lnSpc>
              <a:spcBef>
                <a:spcPts val="1001"/>
              </a:spcBef>
            </a:pPr>
            <a:r>
              <a:rPr b="false" spc="-1" strike="noStrike" sz="16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Образец текста</a:t>
            </a:r>
            <a:endParaRPr b="false" spc="-1" strike="noStrike" sz="16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hidden="false" id="67" name="Shape 67"/>
          <p:cNvSpPr txBox="true"/>
          <p:nvPr isPhoto="false">
            <p:ph idx="2" type="dt"/>
          </p:nvPr>
        </p:nvSpPr>
        <p:spPr>
          <a:xfrm flipH="false" flipV="false" rot="0">
            <a:off x="838080" y="6356520"/>
            <a:ext cx="2742840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indent="0" marL="0">
              <a:lnSpc>
                <a:spcPct val="100000"/>
              </a:lnSpc>
            </a:pPr>
            <a:r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&lt;дата/время&gt;</a:t>
            </a:r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68" name="Shape 68"/>
          <p:cNvSpPr txBox="true"/>
          <p:nvPr isPhoto="false">
            <p:ph idx="3" type="ftr"/>
          </p:nvPr>
        </p:nvSpPr>
        <p:spPr>
          <a:xfrm flipH="false" flipV="false" rot="0">
            <a:off x="4038479" y="6356520"/>
            <a:ext cx="41144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ctr" indent="0" lvl="0" marL="0">
              <a:buNone/>
              <a:def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ctr" indent="0" marL="0"/>
            <a:r>
              <a:rPr b="false" spc="-1" strike="noStrike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&lt;нижний колонтитул&gt;</a:t>
            </a:r>
            <a:endParaRPr b="false" spc="-1" strike="noStrike" sz="1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hidden="false" id="69" name="Shape 69"/>
          <p:cNvSpPr txBox="true"/>
          <p:nvPr isPhoto="false">
            <p:ph idx="4" type="sldNum"/>
          </p:nvPr>
        </p:nvSpPr>
        <p:spPr>
          <a:xfrm flipH="false" flipV="false" rot="0">
            <a:off x="8610480" y="6356520"/>
            <a:ext cx="2742839" cy="36467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algn="r" indent="0" lvl="0" marL="0">
              <a:lnSpc>
                <a:spcPct val="100000"/>
              </a:lnSpc>
              <a:buNone/>
              <a:def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 indent="0" marL="0">
              <a:lnSpc>
                <a:spcPct val="100000"/>
              </a:lnSpc>
            </a:pPr>
            <a:fld id="{22C40F4C-18DE-4D8C-BCD9-8A4CA79A6FE6}" type="slidenum">
              <a:rPr b="false" spc="-1" strike="noStrike" sz="1200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&lt;#&gt;</a:t>
            </a:fld>
            <a:endParaRPr b="false" spc="-1" strike="noStrike" sz="12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69" r:id="rId2"/>
  </p:sldLayoutIdLst>
  <p:txStyles>
    <p:titleStyle>
      <a:defPPr/>
      <a:lvl1pPr lvl="0"/>
    </p:titleStyle>
    <p:bodyStyle>
      <a:defPPr/>
      <a:lvl1pPr lvl="0"/>
    </p:bodyStyle>
    <p:otherStyle>
      <a:defPPr/>
      <a:lvl1pPr lvl="0"/>
      <a:lvl2pPr lvl="1"/>
      <a:lvl3pPr lvl="2"/>
      <a:lvl4pPr lvl="3"/>
      <a:lvl5pPr lvl="4"/>
      <a:lvl6pPr lvl="5"/>
      <a:lvl7pPr lvl="6"/>
      <a:lvl8pPr lvl="7"/>
      <a:lvl9pPr lvl="8"/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9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0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1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2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3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4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5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6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7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8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9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20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21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2" name="GroupShape 12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3" name="Shape 123"/>
          <p:cNvSpPr txBox="true"/>
          <p:nvPr isPhoto="false">
            <p:ph idx="2" type="title"/>
          </p:nvPr>
        </p:nvSpPr>
        <p:spPr>
          <a:xfrm flipH="false" flipV="false" rot="0"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 bIns="45720" lIns="91440" rIns="91440" tIns="45720">
            <a:noAutofit/>
          </a:bodyPr>
          <a:lstStyle>
            <a:defPPr/>
            <a:lvl1pPr lvl="0"/>
          </a:lstStyle>
          <a:p>
            <a:pPr algn="ctr" indent="0" marL="0">
              <a:lnSpc>
                <a:spcPct val="90000"/>
              </a:lnSpc>
              <a:buNone/>
            </a:pPr>
            <a:r>
              <a:rPr b="false" spc="-1" strike="noStrike" sz="6000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Программирование</a:t>
            </a:r>
            <a:endParaRPr b="false" spc="-1" strike="noStrike" sz="60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124" name="Shape 124"/>
          <p:cNvSpPr txBox="true"/>
          <p:nvPr isPhoto="false">
            <p:ph idx="2" type="subTitle"/>
          </p:nvPr>
        </p:nvSpPr>
        <p:spPr>
          <a:xfrm flipH="false" flipV="false" rot="0"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anchor="t" bIns="45720" lIns="91440" rIns="91440" tIns="45720">
            <a:noAutofit/>
          </a:bodyPr>
          <a:lstStyle>
            <a:defPPr/>
            <a:lvl1pPr lvl="0"/>
          </a:lstStyle>
          <a:p>
            <a:pPr algn="ctr" indent="0" marL="0">
              <a:buNone/>
            </a:pPr>
            <a:endParaRPr b="false" spc="-1" strike="noStrike" sz="24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5" name="GroupShape 12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6" name="Shape 126"/>
          <p:cNvSpPr txBox="true"/>
          <p:nvPr isPhoto="false">
            <p:ph idx="5" type="title"/>
          </p:nvPr>
        </p:nvSpPr>
        <p:spPr>
          <a:xfrm flipH="false" flipV="false" rot="0">
            <a:off x="392400" y="216360"/>
            <a:ext cx="10515240" cy="1834559"/>
          </a:xfrm>
          <a:prstGeom prst="rect">
            <a:avLst/>
          </a:prstGeom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defPPr/>
            <a:lvl1pPr lvl="0"/>
          </a:lstStyle>
          <a:p>
            <a:pPr indent="0" marL="0">
              <a:lnSpc>
                <a:spcPct val="90000"/>
              </a:lnSpc>
              <a:buNone/>
            </a:pPr>
            <a:endParaRPr b="false" spc="-1" strike="noStrike" sz="4400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hidden="false" id="127" name="Shape 127"/>
          <p:cNvSpPr txBox="false"/>
          <p:nvPr isPhoto="false"/>
        </p:nvSpPr>
        <p:spPr>
          <a:xfrm flipH="false" flipV="false" rot="0">
            <a:off x="871254" y="1058826"/>
            <a:ext cx="8862120" cy="3012840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noAutofit/>
          </a:bodyPr>
          <a:p>
            <a:pPr indent="0" marL="76200" marR="76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b="false" sz="1800">
                <a:solidFill>
                  <a:srgbClr val="000000"/>
                </a:solidFill>
                <a:highlight>
                  <a:srgbClr val="FFFFFF"/>
                </a:highlight>
                <a:latin typeface="Carlito"/>
                <a:ea typeface="Carlito"/>
                <a:cs typeface="Carlito"/>
              </a:rPr>
              <a:t>while True:</a:t>
            </a:r>
            <a:endParaRPr b="false" sz="1800">
              <a:solidFill>
                <a:srgbClr val="000000"/>
              </a:solidFill>
              <a:highlight>
                <a:srgbClr val="FFFFFF"/>
              </a:highlight>
              <a:latin typeface="Carlito"/>
              <a:ea typeface="Carlito"/>
              <a:cs typeface="Carlito"/>
            </a:endParaRPr>
          </a:p>
          <a:p>
            <a:pPr indent="0" marL="76200" marR="76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b="false" sz="1800">
                <a:solidFill>
                  <a:srgbClr val="000000"/>
                </a:solidFill>
                <a:highlight>
                  <a:srgbClr val="FFFFFF"/>
                </a:highlight>
                <a:latin typeface="Carlito"/>
                <a:ea typeface="Carlito"/>
                <a:cs typeface="Carlito"/>
              </a:rPr>
              <a:t>try:</a:t>
            </a:r>
            <a:endParaRPr b="false" sz="1800">
              <a:solidFill>
                <a:srgbClr val="000000"/>
              </a:solidFill>
              <a:highlight>
                <a:srgbClr val="FFFFFF"/>
              </a:highlight>
              <a:latin typeface="Carlito"/>
              <a:ea typeface="Carlito"/>
              <a:cs typeface="Carlito"/>
            </a:endParaRPr>
          </a:p>
          <a:p>
            <a:pPr indent="0" marL="76200" marR="76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b="false" sz="1800">
                <a:solidFill>
                  <a:srgbClr val="000000"/>
                </a:solidFill>
                <a:highlight>
                  <a:srgbClr val="FFFFFF"/>
                </a:highlight>
                <a:latin typeface="Carlito"/>
                <a:ea typeface="Carlito"/>
                <a:cs typeface="Carlito"/>
              </a:rPr>
              <a:t>a = float(input("Введите длину первой стороны: "))</a:t>
            </a:r>
            <a:endParaRPr b="false" sz="1800">
              <a:solidFill>
                <a:srgbClr val="000000"/>
              </a:solidFill>
              <a:highlight>
                <a:srgbClr val="FFFFFF"/>
              </a:highlight>
              <a:latin typeface="Carlito"/>
              <a:ea typeface="Carlito"/>
              <a:cs typeface="Carlito"/>
            </a:endParaRPr>
          </a:p>
          <a:p>
            <a:pPr indent="0" marL="76200" marR="76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b="false" sz="1800">
                <a:solidFill>
                  <a:srgbClr val="000000"/>
                </a:solidFill>
                <a:highlight>
                  <a:srgbClr val="FFFFFF"/>
                </a:highlight>
                <a:latin typeface="Carlito"/>
                <a:ea typeface="Carlito"/>
                <a:cs typeface="Carlito"/>
              </a:rPr>
              <a:t>b = float(input("Введите длину второй стороны: "))</a:t>
            </a:r>
            <a:endParaRPr b="false" sz="1800">
              <a:solidFill>
                <a:srgbClr val="000000"/>
              </a:solidFill>
              <a:highlight>
                <a:srgbClr val="FFFFFF"/>
              </a:highlight>
              <a:latin typeface="Carlito"/>
              <a:ea typeface="Carlito"/>
              <a:cs typeface="Carlito"/>
            </a:endParaRPr>
          </a:p>
          <a:p>
            <a:pPr indent="0" marL="76200" marR="76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b="false" sz="1800">
                <a:solidFill>
                  <a:srgbClr val="000000"/>
                </a:solidFill>
                <a:highlight>
                  <a:srgbClr val="FFFFFF"/>
                </a:highlight>
                <a:latin typeface="Carlito"/>
                <a:ea typeface="Carlito"/>
                <a:cs typeface="Carlito"/>
              </a:rPr>
              <a:t>if a &lt;= 0 or b &lt;= 0:</a:t>
            </a:r>
            <a:endParaRPr b="false" sz="1800">
              <a:solidFill>
                <a:srgbClr val="000000"/>
              </a:solidFill>
              <a:highlight>
                <a:srgbClr val="FFFFFF"/>
              </a:highlight>
              <a:latin typeface="Carlito"/>
              <a:ea typeface="Carlito"/>
              <a:cs typeface="Carlito"/>
            </a:endParaRPr>
          </a:p>
          <a:p>
            <a:pPr indent="0" marL="76200" marR="76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b="false" sz="1800">
                <a:solidFill>
                  <a:srgbClr val="000000"/>
                </a:solidFill>
                <a:highlight>
                  <a:srgbClr val="FFFFFF"/>
                </a:highlight>
                <a:latin typeface="Carlito"/>
                <a:ea typeface="Carlito"/>
                <a:cs typeface="Carlito"/>
              </a:rPr>
              <a:t>print("Стороны прямоугольника должны быть больше нуля. Попробуйте снова.")</a:t>
            </a:r>
            <a:endParaRPr b="false" sz="1800">
              <a:solidFill>
                <a:srgbClr val="000000"/>
              </a:solidFill>
              <a:highlight>
                <a:srgbClr val="FFFFFF"/>
              </a:highlight>
              <a:latin typeface="Carlito"/>
              <a:ea typeface="Carlito"/>
              <a:cs typeface="Carlito"/>
            </a:endParaRPr>
          </a:p>
          <a:p>
            <a:pPr indent="0" marL="76200" marR="76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b="false" sz="1800">
                <a:solidFill>
                  <a:srgbClr val="000000"/>
                </a:solidFill>
                <a:highlight>
                  <a:srgbClr val="FFFFFF"/>
                </a:highlight>
                <a:latin typeface="Carlito"/>
                <a:ea typeface="Carlito"/>
                <a:cs typeface="Carlito"/>
              </a:rPr>
              <a:t>continue</a:t>
            </a:r>
            <a:endParaRPr b="false" sz="1800">
              <a:solidFill>
                <a:srgbClr val="000000"/>
              </a:solidFill>
              <a:highlight>
                <a:srgbClr val="FFFFFF"/>
              </a:highlight>
              <a:latin typeface="Carlito"/>
              <a:ea typeface="Carlito"/>
              <a:cs typeface="Carlito"/>
            </a:endParaRPr>
          </a:p>
          <a:p>
            <a:pPr indent="0" marL="76200" marR="76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b="false" sz="1800">
                <a:solidFill>
                  <a:srgbClr val="000000"/>
                </a:solidFill>
                <a:highlight>
                  <a:srgbClr val="FFFFFF"/>
                </a:highlight>
                <a:latin typeface="Carlito"/>
                <a:ea typeface="Carlito"/>
                <a:cs typeface="Carlito"/>
              </a:rPr>
              <a:t>break</a:t>
            </a:r>
            <a:endParaRPr b="false" sz="1800">
              <a:solidFill>
                <a:srgbClr val="000000"/>
              </a:solidFill>
              <a:highlight>
                <a:srgbClr val="FFFFFF"/>
              </a:highlight>
              <a:latin typeface="Carlito"/>
              <a:ea typeface="Carlito"/>
              <a:cs typeface="Carlito"/>
            </a:endParaRPr>
          </a:p>
          <a:p>
            <a:pPr indent="0" marL="76200" marR="76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b="false" sz="1800">
                <a:solidFill>
                  <a:srgbClr val="000000"/>
                </a:solidFill>
                <a:highlight>
                  <a:srgbClr val="FFFFFF"/>
                </a:highlight>
                <a:latin typeface="Carlito"/>
                <a:ea typeface="Carlito"/>
                <a:cs typeface="Carlito"/>
              </a:rPr>
              <a:t>except ValueError:</a:t>
            </a:r>
            <a:endParaRPr b="false" sz="1800">
              <a:solidFill>
                <a:srgbClr val="000000"/>
              </a:solidFill>
              <a:highlight>
                <a:srgbClr val="FFFFFF"/>
              </a:highlight>
              <a:latin typeface="Carlito"/>
              <a:ea typeface="Carlito"/>
              <a:cs typeface="Carlito"/>
            </a:endParaRPr>
          </a:p>
          <a:p>
            <a:pPr indent="0" marL="76200" marR="76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b="false" sz="1800">
                <a:solidFill>
                  <a:srgbClr val="000000"/>
                </a:solidFill>
                <a:highlight>
                  <a:srgbClr val="FFFFFF"/>
                </a:highlight>
                <a:latin typeface="Carlito"/>
                <a:ea typeface="Carlito"/>
                <a:cs typeface="Carlito"/>
              </a:rPr>
              <a:t>print("Ошибка: введите корректное числовое значение.")</a:t>
            </a:r>
            <a:endParaRPr b="false" sz="1800">
              <a:solidFill>
                <a:srgbClr val="000000"/>
              </a:solidFill>
              <a:highlight>
                <a:srgbClr val="FFFFFF"/>
              </a:highlight>
              <a:latin typeface="Carlito"/>
              <a:ea typeface="Carlito"/>
              <a:cs typeface="Carlito"/>
            </a:endParaRPr>
          </a:p>
          <a:p>
            <a:pPr indent="0" marL="76200" marR="76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b="false" sz="1800">
              <a:solidFill>
                <a:srgbClr val="000000"/>
              </a:solidFill>
              <a:highlight>
                <a:srgbClr val="FFFFFF"/>
              </a:highlight>
              <a:latin typeface="Carlito"/>
              <a:ea typeface="Carlito"/>
              <a:cs typeface="Carlito"/>
            </a:endParaRPr>
          </a:p>
          <a:p>
            <a:pPr indent="0" marL="76200" marR="76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b="false" sz="1800">
              <a:solidFill>
                <a:srgbClr val="000000"/>
              </a:solidFill>
              <a:highlight>
                <a:srgbClr val="FFFFFF"/>
              </a:highlight>
              <a:latin typeface="Carlito"/>
              <a:ea typeface="Carlito"/>
              <a:cs typeface="Carlito"/>
            </a:endParaRPr>
          </a:p>
          <a:p>
            <a:pPr indent="0" marL="76200" marR="76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b="false" sz="1800">
                <a:solidFill>
                  <a:srgbClr val="000000"/>
                </a:solidFill>
                <a:highlight>
                  <a:srgbClr val="FFFFFF"/>
                </a:highlight>
                <a:latin typeface="Carlito"/>
                <a:ea typeface="Carlito"/>
                <a:cs typeface="Carlito"/>
              </a:rPr>
              <a:t>area = a * b</a:t>
            </a:r>
            <a:endParaRPr b="false" sz="1800">
              <a:solidFill>
                <a:srgbClr val="000000"/>
              </a:solidFill>
              <a:highlight>
                <a:srgbClr val="FFFFFF"/>
              </a:highlight>
              <a:latin typeface="Carlito"/>
              <a:ea typeface="Carlito"/>
              <a:cs typeface="Carlito"/>
            </a:endParaRPr>
          </a:p>
          <a:p>
            <a:pPr indent="0" marL="76200" marR="76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b="false" sz="1800">
                <a:solidFill>
                  <a:srgbClr val="000000"/>
                </a:solidFill>
                <a:highlight>
                  <a:srgbClr val="FFFFFF"/>
                </a:highlight>
                <a:latin typeface="Carlito"/>
                <a:ea typeface="Carlito"/>
                <a:cs typeface="Carlito"/>
              </a:rPr>
              <a:t>print(f"Площадь прямоугольника: {area:.2f}")</a:t>
            </a:r>
            <a:endParaRPr b="false" sz="1800">
              <a:solidFill>
                <a:srgbClr val="000000"/>
              </a:solidFill>
              <a:highlight>
                <a:srgbClr val="FFFFFF"/>
              </a:highlight>
              <a:latin typeface="Carlito"/>
              <a:ea typeface="Carlito"/>
              <a:cs typeface="Carlito"/>
            </a:endParaRPr>
          </a:p>
          <a:p>
            <a:pPr indent="0" marL="76200" marR="76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b="false" sz="1800">
              <a:solidFill>
                <a:srgbClr val="A626A4"/>
              </a:solidFill>
              <a:highlight>
                <a:srgbClr val="FFFFFF"/>
              </a:highlight>
              <a:latin typeface="Carlito"/>
              <a:ea typeface="Carlito"/>
              <a:cs typeface="Carlito"/>
            </a:endParaRP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8" name="GroupShape 12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9" name="Shape 129"/>
          <p:cNvSpPr txBox="false"/>
          <p:nvPr isPhoto="false"/>
        </p:nvSpPr>
        <p:spPr>
          <a:xfrm flipH="false" flipV="false" rot="0">
            <a:off x="882212" y="1036258"/>
            <a:ext cx="3599640" cy="3688915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Ввод двух чисел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num1 = float(input("Введите первое число: "))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num2 = float(input("Введите второе число: "))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Вычисление среднего арифметического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average = (num1 + num2) / 2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Вывод результата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print("Среднее арифметическое:", average)</a:t>
            </a:r>
            <a:endParaRPr b="false" spc="-1" strike="noStrike"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0" name="GroupShape 13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1" name="Shape 131"/>
          <p:cNvSpPr txBox="false"/>
          <p:nvPr isPhoto="false"/>
        </p:nvSpPr>
        <p:spPr>
          <a:xfrm flipH="false" flipV="false" rot="0">
            <a:off x="287955" y="1507959"/>
            <a:ext cx="3599640" cy="3688916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Ввод двух чисел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num1 = float(input("Введите первое число: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num2 = float(input("Введите второе число: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Вычисление среднего арифметического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average = (num1 + num2) / 2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Вывод результата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print("Среднее арифметическое:", average)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2" name="GroupShape 13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3" name="Shape 133"/>
          <p:cNvSpPr txBox="false"/>
          <p:nvPr isPhoto="false"/>
        </p:nvSpPr>
        <p:spPr>
          <a:xfrm flipH="false" flipV="false" rot="0">
            <a:off x="674659" y="1583443"/>
            <a:ext cx="3599640" cy="3688916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Ввод двух чисел от пользователя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num1 = float(input("Введите первое число: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num2 = float(input("Введите второе число: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Вычисление среднего арифметического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average = (num1 + num2) / 2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Вывод результата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print("Среднее арифметическое:", average)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4" name="GroupShape 13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5" name="Shape 135"/>
          <p:cNvSpPr txBox="false"/>
          <p:nvPr isPhoto="false"/>
        </p:nvSpPr>
        <p:spPr>
          <a:xfrm flipH="false" flipV="false" rot="0">
            <a:off x="504849" y="357339"/>
            <a:ext cx="3599640" cy="5888967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import math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Ввод длин катетов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 = float(input("Введите длину первого катета: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 = float(input("Введите длину второго катета: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Вычисление гипотенузы по теореме Пифагора: c = sqrt(a^2 + b^2)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hypotenuse = math.sqrt(a**2 + b**2)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Вычисление площади: S = (a * b) / 2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area = (a * b) / 2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Вывод результатов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print(f"Гипотенуза: {hypotenuse}")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print(f"Площадь: {area}")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6" name="GroupShape 13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7" name="Shape 137"/>
          <p:cNvSpPr txBox="false"/>
          <p:nvPr isPhoto="false"/>
        </p:nvSpPr>
        <p:spPr>
          <a:xfrm flipH="false" flipV="false" rot="0">
            <a:off x="533064" y="1988849"/>
            <a:ext cx="3599640" cy="2851756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Ввод числа N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 = int(input("Введите число N: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Вычисление квадратов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val1 = (n - 1) ** 2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val2 = n ** 2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val3 = (n + 1) ** 2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Вывод через запятую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print(f"{val1}, {val2}, {val3}")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8" name="GroupShape 13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9" name="Shape 139"/>
          <p:cNvSpPr txBox="false"/>
          <p:nvPr isPhoto="false"/>
        </p:nvSpPr>
        <p:spPr>
          <a:xfrm flipH="false" flipV="false" rot="0">
            <a:off x="646226" y="2092830"/>
            <a:ext cx="3599640" cy="2588888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Ввод года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year = int(input("Введите год: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Проверка на високосный год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(year % 4 == 0 and year % 100 != 0) or (year % 400 == 0):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print("Год високосный")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else: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print("Год не високосный")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40" name="GroupShape 14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1" name="Shape 141"/>
          <p:cNvSpPr txBox="false"/>
          <p:nvPr isPhoto="false"/>
        </p:nvSpPr>
        <p:spPr>
          <a:xfrm flipH="false" flipV="false" rot="0">
            <a:off x="636975" y="1781412"/>
            <a:ext cx="3599640" cy="3146995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Ввод целого числа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number = int(input("Введите целое число: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Проверка на четность с помощью оператора остатка от деления (%)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number % 2 == 0: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print("Число четное")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else: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print("Число нечетное")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42" name="GroupShape 14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3" name="Shape 143"/>
          <p:cNvSpPr txBox="false"/>
          <p:nvPr isPhoto="false"/>
        </p:nvSpPr>
        <p:spPr>
          <a:xfrm flipH="false" flipV="false" rot="0">
            <a:off x="457727" y="593029"/>
            <a:ext cx="3599640" cy="5658471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Ввод двух чисел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num1 = float(input("Введите первое число: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num2 = float(input("Введите второе число: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Проверка условия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num1 &lt; num2: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Если первое меньше второго, вычисляем сумму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result = num1 + num2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print(f"Первое число меньше второго. Сумма: {result}")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else: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Иначе (если первое больше или равно второму) вычисляем разность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result = num1 - num2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print(f"Первое число не меньше второго. Разность: {result}")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1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44" name="GroupShape 14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5" name="Shape 145"/>
          <p:cNvSpPr txBox="false"/>
          <p:nvPr isPhoto="false"/>
        </p:nvSpPr>
        <p:spPr>
          <a:xfrm flipH="false" flipV="false" rot="0">
            <a:off x="561433" y="2168128"/>
            <a:ext cx="4684170" cy="1574313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no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print("Первые 16 степеней числа 2:")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for i in range(16):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print(f"2^{i} = {2 ** i}")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46" name="GroupShape 14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7" name="Shape 147"/>
          <p:cNvSpPr txBox="false"/>
          <p:nvPr isPhoto="false"/>
        </p:nvSpPr>
        <p:spPr>
          <a:xfrm flipH="false" flipV="false" rot="0">
            <a:off x="306663" y="1573831"/>
            <a:ext cx="3599640" cy="3393678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count_even = 0  # Счетчик четных чисел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print("Введите 10 целых чисел:")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for i in range(10):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num = int(input(f"Число {i + 1}: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num % 2 == 0: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count_even += 1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print(f"Количество четных чисел: {count_even}")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48" name="GroupShape 14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9" name="Shape 149"/>
          <p:cNvSpPr txBox="false"/>
          <p:nvPr isPhoto="false"/>
        </p:nvSpPr>
        <p:spPr>
          <a:xfrm flipH="false" flipV="false" rot="0">
            <a:off x="382372" y="329231"/>
            <a:ext cx="3599640" cy="6447074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Инициализация счетчиков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positive_count = 0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negative_count = 0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zero_count = 0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print("Введите 10 целых чисел:")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for i in range(10):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num = int(input(f"Число {i + 1}: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num &gt; 0: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positive_count += 1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elif num &lt; 0: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negative_count += 1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else: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zero_count += 1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Вывод результатов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print(f"Положительных чисел: {positive_count}")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print(f"Отрицательных чисел: {negative_count}")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print(f"Нулей: {zero_count}")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50" name="GroupShape 15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51" name="Shape 151"/>
          <p:cNvSpPr txBox="false"/>
          <p:nvPr isPhoto="false"/>
        </p:nvSpPr>
        <p:spPr>
          <a:xfrm flipH="false" flipV="false" rot="0">
            <a:off x="250258" y="102704"/>
            <a:ext cx="12313600" cy="6693756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Инициализация переменных для хранения максимума и минимума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Используем None, чтобы правильно обработать первое введенное число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max_num = None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min_num = None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print("Введите 10 целых чисел:")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for i in range(10):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num = int(input(f"Число {i + 1}: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Для первого числа устанавливаем и максимум, и минимум равными ему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max_num is None or num &gt; max_num: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max_num = num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min_num is None or num &lt; min_num: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min_num = num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Вычисление разницы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difference = max_num - min_num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Вывод результатов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print(f"Наибольшее число: {max_num}")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print(f"Наименьшее число: {min_num}")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print(f"Разница между наибольшим и наименьшим: {difference}")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1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52" name="GroupShape 15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53" name="Shape 153"/>
          <p:cNvSpPr txBox="false"/>
          <p:nvPr isPhoto="false"/>
        </p:nvSpPr>
        <p:spPr>
          <a:xfrm flipH="false" flipV="false" rot="0">
            <a:off x="269254" y="8308"/>
            <a:ext cx="11672313" cy="7563283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Создаем пустой список для хранения чисел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 = []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print("Введите 10 целых чисел:")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for i in range(10):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num = int(input(f"Число {i + 1}: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A.append(num)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Находим максимальный элемент в массиве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max_element = max(A)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Подсчитываем количество элементов, равных максимальному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count_max = 0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for num in A: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num == max_element: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count_max += 1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Вывод результата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print(f"Массив: {A}")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print(f"Максимальный элемент: {max_element}")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print(f"Количество чисел, равных максимальному: {count_max}")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1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54" name="GroupShape 15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55" name="Shape 155"/>
          <p:cNvSpPr txBox="false"/>
          <p:nvPr isPhoto="false"/>
        </p:nvSpPr>
        <p:spPr>
          <a:xfrm flipH="false" flipV="false" rot="0">
            <a:off x="23745" y="-10496"/>
            <a:ext cx="11785481" cy="6988993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Инициализация списка и переменных для сумм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 = []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sum_even_indices = 0  # Сумма элементов с четными индексами (0, 2, 4...)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sum_odd_indices = 0   # Сумма элементов с нечетными индексами (1, 3, 5...)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print("Введите 10 целых чисел:")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for i in range(10):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num = int(input(f"Элемент с индексом {i}: "))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A.append(num)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Проверяем четность индекса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i % 2 == 0: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sum_even_indices += num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else: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sum_odd_indices += num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Вычисляем разницу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difference = sum_even_indices - sum_odd_indices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Вывод результатов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print(f"Массив: {A}")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print(f"Сумма элементов с четными индексами: {sum_even_indices}")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print(f"Сумма элементов с нечетными индексами: {sum_odd_indices}")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print(f"Разница (четные индексы - нечетные индексы): {difference}")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1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56" name="GroupShape 15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57" name="Shape 157"/>
          <p:cNvSpPr txBox="false"/>
          <p:nvPr isPhoto="false"/>
        </p:nvSpPr>
        <p:spPr>
          <a:xfrm flipH="false" flipV="false" rot="0">
            <a:off x="259728" y="55485"/>
            <a:ext cx="6570307" cy="4788942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Ввод текста от пользователя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text = input("Введите текст: 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Инициализация счетчика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count_digits = 0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Проходим по каждому символу в тексте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for char in text: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Проверка, является ли символ цифрой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char.isdigit():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count_digits += 1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Вывод результата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print(f"Количество арабских цифр в тексте: {count_digits}")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1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58" name="GroupShape 15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59" name="Shape 159"/>
          <p:cNvSpPr txBox="false"/>
          <p:nvPr isPhoto="false"/>
        </p:nvSpPr>
        <p:spPr>
          <a:xfrm flipH="false" flipV="false" rot="0">
            <a:off x="250368" y="904337"/>
            <a:ext cx="6013897" cy="3688915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Ввод строки от пользователя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text = input("Введите строку: 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Удаление всех пробелов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Метод replace заменяет все вхождения первого аргумента на второй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text_without_spaces = text.replace(" ", "")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Вывод результата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print("Строка без пробелов:", text_without_spaces)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19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60" name="GroupShape 16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61" name="Shape 161"/>
          <p:cNvSpPr txBox="false"/>
          <p:nvPr isPhoto="false"/>
        </p:nvSpPr>
        <p:spPr>
          <a:xfrm flipH="false" flipV="false" rot="0">
            <a:off x="268589" y="888836"/>
            <a:ext cx="6117635" cy="4805126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sp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Ввод строки от пользователя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text = input("Введите строку: 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Разбиваем строку на слова. 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split() без аргументов автоматически игнорирует несколько пробелов, табуляции и переводы строк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words = text.split()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Проверяем, есть ли слова в строке (защита от пустого ввода)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words: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print("Первое слово:", words[0])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else: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print("Вы не ввели ни одного слова.")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20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62" name="GroupShape 16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63" name="Shape 163"/>
          <p:cNvSpPr txBox="false"/>
          <p:nvPr isPhoto="false"/>
        </p:nvSpPr>
        <p:spPr>
          <a:xfrm flipH="false" flipV="false" rot="0">
            <a:off x="467017" y="27088"/>
            <a:ext cx="7070136" cy="6297619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noAutofit/>
          </a:bodyPr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Ввод текста от пользователя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text = input("Введите текст для записи в файл: 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Имя файла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filename = "output.txt"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Запись текста в файл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'w' (write) означает режим записи. Если файла нет, он создастся.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Если файл есть, его содержимое будет перезаписано.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encoding='utf-8' нужен для корректной работы с русским языком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with open(filename, 'w', encoding='utf-8') as file: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file.write(text)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print(f"Текст успешно записан в файл '{filename}'")</a:t>
            </a:r>
            <a:endParaRPr b="false" spc="-1" strike="noStrike" sz="18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slides/slide2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64" name="GroupShape 16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65" name="Shape 165"/>
          <p:cNvSpPr txBox="false"/>
          <p:nvPr isPhoto="false"/>
        </p:nvSpPr>
        <p:spPr>
          <a:xfrm flipH="false" flipV="false" rot="0">
            <a:off x="2164836" y="338437"/>
            <a:ext cx="7065583" cy="15534323"/>
          </a:xfrm>
          <a:prstGeom prst="rect">
            <a:avLst/>
          </a:prstGeom>
          <a:noFill/>
          <a:ln w="0">
            <a:noFill/>
          </a:ln>
        </p:spPr>
        <p:txBody>
          <a:bodyPr anchor="t" bIns="46800" lIns="90000" rIns="90000" tIns="46800">
            <a:noAutofit/>
          </a:bodyPr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import math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def main():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print("=== Игра: Компьютер угадывает ваше число ===")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print("Загадайте целое число, а я попробую его отгадать.")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1. Получение диапазона от пользователя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while True: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try: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 = int(input("Введите нижнюю границу диапазона (N): "))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 = int(input("Введите верхнюю границу диапазона (M): "))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N &gt; M: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print("Ошибка: N не может быть больше M. Попробуйте снова.")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else: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break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except ValueError: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print("Пожалуйста, введите целые числа.")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print(f"\nОтлично! Ваше число находится в диапазоне [{N}, {M}].")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print("Отвечайте на мои вопросы:")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print("'y' или 'д' — если Да")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print("'n' или 'н' — если Нет")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print("'q' — если я ошибся и хочу начать заново\n")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2. Инициализация границ поиска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low = N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high = M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attempts = 0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3. Цикл бинарного поиска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while low &lt;= high: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attempts += 1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Находим середину текущего диапазона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Используем целочисленное деление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mid = (low + high) // 2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Если диапазон схлопнулся в одно число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low == high: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print(f"Ваше число: {low}?")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confirm = input("Это верно? (y/n): ").lower()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confirm in ['y', 'д', 'yes']: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print(f"Ура! Я угадал число {low} за {attempts} попыток!")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return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else: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print("Похоже, вы ошиблись в ответах ранее, так как других вариантов нет.")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return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Задаем вопрос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question = f"Ваше число больше {mid}?"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answer = input(f"{question} (y/n): ").lower()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answer in ['q', 'quit', 'выход']: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print("Игра завершена.")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return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answer in ['y', 'д', 'yes']: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Число больше mid, значит нижняя граница сдвигается на mid + 1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low = mid + 1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elif answer in ['n', 'н', 'no']: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Число не больше mid (значит меньше или равно), верхняя граница становится mid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high = mid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else: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print("Непонятный ответ. Пожалуйста, используйте 'y' (да) или 'n' (нет).")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attempts -= 1 # Не считаем эту попытку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print("Что-то пошло не так. Проверьте, честно ли вы отвечали на вопросы!")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if __name__ == "__main__":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</a:t>
            </a:r>
            <a:r>
              <a:rPr b="false" spc="-1" strike="noStrike" sz="5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main()</a:t>
            </a:r>
            <a:endParaRPr b="false" spc="-1" strike="noStrike" sz="5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2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3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4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5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6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7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8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9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10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ppt/theme/theme1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MyOffice-CoreFramework-Linux/38-1384.1107.10199.1019.1@18975027e3ee4b688e27426d4a78178cb841a344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terms:modified xsi:type="dcterms:W3CDTF">2026-05-16T13:20:04Z</dcterms:modified>
</cp:coreProperties>
</file>